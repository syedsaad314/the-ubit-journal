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71"/>
  </p:notesMasterIdLst>
  <p:handoutMasterIdLst>
    <p:handoutMasterId r:id="rId72"/>
  </p:handoutMasterIdLst>
  <p:sldIdLst>
    <p:sldId id="256" r:id="rId2"/>
    <p:sldId id="257" r:id="rId3"/>
    <p:sldId id="258" r:id="rId4"/>
    <p:sldId id="259" r:id="rId5"/>
    <p:sldId id="539" r:id="rId6"/>
    <p:sldId id="260" r:id="rId7"/>
    <p:sldId id="261" r:id="rId8"/>
    <p:sldId id="540" r:id="rId9"/>
    <p:sldId id="262" r:id="rId10"/>
    <p:sldId id="265" r:id="rId11"/>
    <p:sldId id="266" r:id="rId12"/>
    <p:sldId id="544" r:id="rId13"/>
    <p:sldId id="604" r:id="rId14"/>
    <p:sldId id="600" r:id="rId15"/>
    <p:sldId id="605" r:id="rId16"/>
    <p:sldId id="602" r:id="rId17"/>
    <p:sldId id="601" r:id="rId18"/>
    <p:sldId id="606" r:id="rId19"/>
    <p:sldId id="607" r:id="rId20"/>
    <p:sldId id="608" r:id="rId21"/>
    <p:sldId id="609" r:id="rId22"/>
    <p:sldId id="610" r:id="rId23"/>
    <p:sldId id="611" r:id="rId24"/>
    <p:sldId id="612" r:id="rId25"/>
    <p:sldId id="613" r:id="rId26"/>
    <p:sldId id="267" r:id="rId27"/>
    <p:sldId id="268" r:id="rId28"/>
    <p:sldId id="541" r:id="rId29"/>
    <p:sldId id="542" r:id="rId30"/>
    <p:sldId id="543" r:id="rId31"/>
    <p:sldId id="549" r:id="rId32"/>
    <p:sldId id="275" r:id="rId33"/>
    <p:sldId id="626" r:id="rId34"/>
    <p:sldId id="627" r:id="rId35"/>
    <p:sldId id="614" r:id="rId36"/>
    <p:sldId id="615" r:id="rId37"/>
    <p:sldId id="616" r:id="rId38"/>
    <p:sldId id="617" r:id="rId39"/>
    <p:sldId id="618" r:id="rId40"/>
    <p:sldId id="619" r:id="rId41"/>
    <p:sldId id="620" r:id="rId42"/>
    <p:sldId id="621" r:id="rId43"/>
    <p:sldId id="622" r:id="rId44"/>
    <p:sldId id="623" r:id="rId45"/>
    <p:sldId id="624" r:id="rId46"/>
    <p:sldId id="625" r:id="rId47"/>
    <p:sldId id="550" r:id="rId48"/>
    <p:sldId id="284" r:id="rId49"/>
    <p:sldId id="556" r:id="rId50"/>
    <p:sldId id="628" r:id="rId51"/>
    <p:sldId id="629" r:id="rId52"/>
    <p:sldId id="287" r:id="rId53"/>
    <p:sldId id="288" r:id="rId54"/>
    <p:sldId id="598" r:id="rId55"/>
    <p:sldId id="460" r:id="rId56"/>
    <p:sldId id="463" r:id="rId57"/>
    <p:sldId id="630" r:id="rId58"/>
    <p:sldId id="631" r:id="rId59"/>
    <p:sldId id="632" r:id="rId60"/>
    <p:sldId id="633" r:id="rId61"/>
    <p:sldId id="634" r:id="rId62"/>
    <p:sldId id="303" r:id="rId63"/>
    <p:sldId id="635" r:id="rId64"/>
    <p:sldId id="304" r:id="rId65"/>
    <p:sldId id="305" r:id="rId66"/>
    <p:sldId id="306" r:id="rId67"/>
    <p:sldId id="307" r:id="rId68"/>
    <p:sldId id="308" r:id="rId69"/>
    <p:sldId id="464" r:id="rId70"/>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869" autoAdjust="0"/>
    <p:restoredTop sz="94663"/>
  </p:normalViewPr>
  <p:slideViewPr>
    <p:cSldViewPr>
      <p:cViewPr varScale="1">
        <p:scale>
          <a:sx n="70" d="100"/>
          <a:sy n="70" d="100"/>
        </p:scale>
        <p:origin x="1248"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3.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charset="0"/>
                <a:cs typeface="Arial" charset="0"/>
              </a:defRPr>
            </a:lvl1pPr>
          </a:lstStyle>
          <a:p>
            <a:pPr>
              <a:defRPr/>
            </a:pP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atin typeface="Arial" charset="0"/>
                <a:cs typeface="Arial" charset="0"/>
              </a:defRPr>
            </a:lvl1pPr>
          </a:lstStyle>
          <a:p>
            <a:pPr>
              <a:defRPr/>
            </a:pPr>
            <a:fld id="{0C876360-1F81-4BA7-B436-4A7F6E2AFB8E}" type="datetimeFigureOut">
              <a:rPr lang="en-US"/>
              <a:pPr>
                <a:defRPr/>
              </a:pPr>
              <a:t>9/10/2023</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atin typeface="Arial" charset="0"/>
                <a:cs typeface="Arial" charset="0"/>
              </a:defRPr>
            </a:lvl1pPr>
          </a:lstStyle>
          <a:p>
            <a:pPr>
              <a:defRPr/>
            </a:pP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29B3DBC9-9C19-4BB1-B2C1-EE8684C60EAA}" type="slidenum">
              <a:rPr lang="en-US" altLang="en-US"/>
              <a:pPr/>
              <a:t>‹#›</a:t>
            </a:fld>
            <a:endParaRPr lang="en-US" altLang="en-US"/>
          </a:p>
        </p:txBody>
      </p:sp>
    </p:spTree>
    <p:extLst>
      <p:ext uri="{BB962C8B-B14F-4D97-AF65-F5344CB8AC3E}">
        <p14:creationId xmlns:p14="http://schemas.microsoft.com/office/powerpoint/2010/main" val="369893568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0C9C5643-83BF-4DC0-8529-F6BE34BA28FE}" type="datetimeFigureOut">
              <a:rPr lang="en-US"/>
              <a:pPr>
                <a:defRPr/>
              </a:pPr>
              <a:t>9/10/2023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anose="020F0502020204030204" pitchFamily="34" charset="0"/>
              </a:defRPr>
            </a:lvl1pPr>
          </a:lstStyle>
          <a:p>
            <a:fld id="{62B06C98-5ECD-4FEB-8CE5-6985C5EE306E}" type="slidenum">
              <a:rPr lang="en-US" altLang="en-US"/>
              <a:pPr/>
              <a:t>‹#›</a:t>
            </a:fld>
            <a:endParaRPr lang="en-US" altLang="en-US"/>
          </a:p>
        </p:txBody>
      </p:sp>
    </p:spTree>
    <p:extLst>
      <p:ext uri="{BB962C8B-B14F-4D97-AF65-F5344CB8AC3E}">
        <p14:creationId xmlns:p14="http://schemas.microsoft.com/office/powerpoint/2010/main" val="305819317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462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4950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EE70B9A-28A1-4EEF-9A11-51C72A874092}" type="slidenum">
              <a:rPr lang="en-US" altLang="en-US">
                <a:latin typeface="Calibri" panose="020F0502020204030204" pitchFamily="34" charset="0"/>
              </a:rPr>
              <a:pPr eaLnBrk="1" hangingPunct="1"/>
              <a:t>1</a:t>
            </a:fld>
            <a:endParaRPr lang="en-US" altLang="en-US">
              <a:latin typeface="Calibri" panose="020F0502020204030204" pitchFamily="34" charset="0"/>
            </a:endParaRPr>
          </a:p>
        </p:txBody>
      </p:sp>
    </p:spTree>
    <p:extLst>
      <p:ext uri="{BB962C8B-B14F-4D97-AF65-F5344CB8AC3E}">
        <p14:creationId xmlns:p14="http://schemas.microsoft.com/office/powerpoint/2010/main" val="37618949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56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52580"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8270CBF-3C3D-4512-882B-6DDFF7FB544D}" type="slidenum">
              <a:rPr lang="en-US" altLang="en-US">
                <a:latin typeface="Calibri" panose="020F0502020204030204" pitchFamily="34" charset="0"/>
              </a:rPr>
              <a:pPr eaLnBrk="1" hangingPunct="1"/>
              <a:t>2</a:t>
            </a:fld>
            <a:endParaRPr lang="en-US" altLang="en-US">
              <a:latin typeface="Calibri" panose="020F0502020204030204" pitchFamily="34" charset="0"/>
            </a:endParaRPr>
          </a:p>
        </p:txBody>
      </p:sp>
    </p:spTree>
    <p:extLst>
      <p:ext uri="{BB962C8B-B14F-4D97-AF65-F5344CB8AC3E}">
        <p14:creationId xmlns:p14="http://schemas.microsoft.com/office/powerpoint/2010/main" val="2394100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667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53604"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7659131-D4A7-4A5A-ADCB-7909B9B10779}" type="slidenum">
              <a:rPr lang="en-US" altLang="en-US">
                <a:latin typeface="Calibri" panose="020F0502020204030204" pitchFamily="34" charset="0"/>
              </a:rPr>
              <a:pPr eaLnBrk="1" hangingPunct="1"/>
              <a:t>3</a:t>
            </a:fld>
            <a:endParaRPr lang="en-US" altLang="en-US">
              <a:latin typeface="Calibri" panose="020F0502020204030204" pitchFamily="34" charset="0"/>
            </a:endParaRPr>
          </a:p>
        </p:txBody>
      </p:sp>
    </p:spTree>
    <p:extLst>
      <p:ext uri="{BB962C8B-B14F-4D97-AF65-F5344CB8AC3E}">
        <p14:creationId xmlns:p14="http://schemas.microsoft.com/office/powerpoint/2010/main" val="8993541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769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5462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E89B379-2E7B-4AAF-B47F-1E588E851B23}" type="slidenum">
              <a:rPr lang="en-US" altLang="en-US">
                <a:latin typeface="Calibri" panose="020F0502020204030204" pitchFamily="34" charset="0"/>
              </a:rPr>
              <a:pPr eaLnBrk="1" hangingPunct="1"/>
              <a:t>4</a:t>
            </a:fld>
            <a:endParaRPr lang="en-US" altLang="en-US">
              <a:latin typeface="Calibri" panose="020F0502020204030204" pitchFamily="34" charset="0"/>
            </a:endParaRPr>
          </a:p>
        </p:txBody>
      </p:sp>
    </p:spTree>
    <p:extLst>
      <p:ext uri="{BB962C8B-B14F-4D97-AF65-F5344CB8AC3E}">
        <p14:creationId xmlns:p14="http://schemas.microsoft.com/office/powerpoint/2010/main" val="15250510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872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56676"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F8A9BD5-3D40-4FBD-AC7E-6E15586F1B3A}" type="slidenum">
              <a:rPr lang="en-US" altLang="en-US">
                <a:latin typeface="Calibri" panose="020F0502020204030204" pitchFamily="34" charset="0"/>
              </a:rPr>
              <a:pPr eaLnBrk="1" hangingPunct="1"/>
              <a:t>6</a:t>
            </a:fld>
            <a:endParaRPr lang="en-US" altLang="en-US">
              <a:latin typeface="Calibri" panose="020F0502020204030204" pitchFamily="34" charset="0"/>
            </a:endParaRPr>
          </a:p>
        </p:txBody>
      </p:sp>
    </p:spTree>
    <p:extLst>
      <p:ext uri="{BB962C8B-B14F-4D97-AF65-F5344CB8AC3E}">
        <p14:creationId xmlns:p14="http://schemas.microsoft.com/office/powerpoint/2010/main" val="2031982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97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57700"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6B5527D-A8BD-456D-9614-CC050B38780F}" type="slidenum">
              <a:rPr lang="en-US" altLang="en-US">
                <a:latin typeface="Calibri" panose="020F0502020204030204" pitchFamily="34" charset="0"/>
              </a:rPr>
              <a:pPr eaLnBrk="1" hangingPunct="1"/>
              <a:t>7</a:t>
            </a:fld>
            <a:endParaRPr lang="en-US" altLang="en-US">
              <a:latin typeface="Calibri" panose="020F0502020204030204" pitchFamily="34" charset="0"/>
            </a:endParaRPr>
          </a:p>
        </p:txBody>
      </p:sp>
    </p:spTree>
    <p:extLst>
      <p:ext uri="{BB962C8B-B14F-4D97-AF65-F5344CB8AC3E}">
        <p14:creationId xmlns:p14="http://schemas.microsoft.com/office/powerpoint/2010/main" val="16917534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077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5974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FA726BB-3576-483B-801C-53AAD23AAE55}" type="slidenum">
              <a:rPr lang="en-US" altLang="en-US">
                <a:latin typeface="Calibri" panose="020F0502020204030204" pitchFamily="34" charset="0"/>
              </a:rPr>
              <a:pPr eaLnBrk="1" hangingPunct="1"/>
              <a:t>9</a:t>
            </a:fld>
            <a:endParaRPr lang="en-US" altLang="en-US">
              <a:latin typeface="Calibri" panose="020F0502020204030204" pitchFamily="34" charset="0"/>
            </a:endParaRPr>
          </a:p>
        </p:txBody>
      </p:sp>
    </p:spTree>
    <p:extLst>
      <p:ext uri="{BB962C8B-B14F-4D97-AF65-F5344CB8AC3E}">
        <p14:creationId xmlns:p14="http://schemas.microsoft.com/office/powerpoint/2010/main" val="2008664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38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62820"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97FFE63-750A-4877-94B8-4EA4005ADCB7}" type="slidenum">
              <a:rPr lang="en-US" altLang="en-US">
                <a:latin typeface="Calibri" panose="020F0502020204030204" pitchFamily="34" charset="0"/>
              </a:rPr>
              <a:pPr eaLnBrk="1" hangingPunct="1"/>
              <a:t>10</a:t>
            </a:fld>
            <a:endParaRPr lang="en-US" altLang="en-US">
              <a:latin typeface="Calibri" panose="020F0502020204030204" pitchFamily="34" charset="0"/>
            </a:endParaRPr>
          </a:p>
        </p:txBody>
      </p:sp>
    </p:spTree>
    <p:extLst>
      <p:ext uri="{BB962C8B-B14F-4D97-AF65-F5344CB8AC3E}">
        <p14:creationId xmlns:p14="http://schemas.microsoft.com/office/powerpoint/2010/main" val="12068362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48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63844"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052DC89-E61C-41A7-B224-4F993BCFB829}" type="slidenum">
              <a:rPr lang="en-US" altLang="en-US">
                <a:latin typeface="Calibri" panose="020F0502020204030204" pitchFamily="34" charset="0"/>
              </a:rPr>
              <a:pPr eaLnBrk="1" hangingPunct="1"/>
              <a:t>11</a:t>
            </a:fld>
            <a:endParaRPr lang="en-US" altLang="en-US">
              <a:latin typeface="Calibri" panose="020F0502020204030204" pitchFamily="34" charset="0"/>
            </a:endParaRPr>
          </a:p>
        </p:txBody>
      </p:sp>
    </p:spTree>
    <p:extLst>
      <p:ext uri="{BB962C8B-B14F-4D97-AF65-F5344CB8AC3E}">
        <p14:creationId xmlns:p14="http://schemas.microsoft.com/office/powerpoint/2010/main" val="3375971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387" name="Rectangle 3"/>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42212545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48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63844"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052DC89-E61C-41A7-B224-4F993BCFB829}" type="slidenum">
              <a:rPr lang="en-US" altLang="en-US">
                <a:latin typeface="Calibri" panose="020F0502020204030204" pitchFamily="34" charset="0"/>
              </a:rPr>
              <a:pPr eaLnBrk="1" hangingPunct="1"/>
              <a:t>14</a:t>
            </a:fld>
            <a:endParaRPr lang="en-US" altLang="en-US">
              <a:latin typeface="Calibri" panose="020F0502020204030204" pitchFamily="34" charset="0"/>
            </a:endParaRPr>
          </a:p>
        </p:txBody>
      </p:sp>
    </p:spTree>
    <p:extLst>
      <p:ext uri="{BB962C8B-B14F-4D97-AF65-F5344CB8AC3E}">
        <p14:creationId xmlns:p14="http://schemas.microsoft.com/office/powerpoint/2010/main" val="22166236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435" name="Rectangle 3"/>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4784939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48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63844"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052DC89-E61C-41A7-B224-4F993BCFB829}" type="slidenum">
              <a:rPr lang="en-US" altLang="en-US">
                <a:latin typeface="Calibri" panose="020F0502020204030204" pitchFamily="34" charset="0"/>
              </a:rPr>
              <a:pPr eaLnBrk="1" hangingPunct="1"/>
              <a:t>17</a:t>
            </a:fld>
            <a:endParaRPr lang="en-US" altLang="en-US">
              <a:latin typeface="Calibri" panose="020F0502020204030204" pitchFamily="34" charset="0"/>
            </a:endParaRPr>
          </a:p>
        </p:txBody>
      </p:sp>
    </p:spTree>
    <p:extLst>
      <p:ext uri="{BB962C8B-B14F-4D97-AF65-F5344CB8AC3E}">
        <p14:creationId xmlns:p14="http://schemas.microsoft.com/office/powerpoint/2010/main" val="1137817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Rectangle 3"/>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33479790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Rectangle 3"/>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38515936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7" name="Rectangle 3"/>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16933712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63" name="Rectangle 3"/>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31476895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59" name="Rectangle 3"/>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425832778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7" name="Rectangle 3"/>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34761376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Rectangle 3"/>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281892075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3" name="Rectangle 3"/>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31055651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58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6486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6C313BE-DB40-4B50-87C9-268B2AF6001B}" type="slidenum">
              <a:rPr lang="en-US" altLang="en-US">
                <a:latin typeface="Calibri" panose="020F0502020204030204" pitchFamily="34" charset="0"/>
              </a:rPr>
              <a:pPr eaLnBrk="1" hangingPunct="1"/>
              <a:t>26</a:t>
            </a:fld>
            <a:endParaRPr lang="en-US" altLang="en-US">
              <a:latin typeface="Calibri" panose="020F0502020204030204" pitchFamily="34" charset="0"/>
            </a:endParaRPr>
          </a:p>
        </p:txBody>
      </p:sp>
    </p:spTree>
    <p:extLst>
      <p:ext uri="{BB962C8B-B14F-4D97-AF65-F5344CB8AC3E}">
        <p14:creationId xmlns:p14="http://schemas.microsoft.com/office/powerpoint/2010/main" val="129885774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691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65892"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7908C7F-BEDF-45F6-ADAE-B2AA2885B374}" type="slidenum">
              <a:rPr lang="en-US" altLang="en-US">
                <a:latin typeface="Calibri" panose="020F0502020204030204" pitchFamily="34" charset="0"/>
              </a:rPr>
              <a:pPr eaLnBrk="1" hangingPunct="1"/>
              <a:t>27</a:t>
            </a:fld>
            <a:endParaRPr lang="en-US" altLang="en-US">
              <a:latin typeface="Calibri" panose="020F0502020204030204" pitchFamily="34" charset="0"/>
            </a:endParaRPr>
          </a:p>
        </p:txBody>
      </p:sp>
    </p:spTree>
    <p:extLst>
      <p:ext uri="{BB962C8B-B14F-4D97-AF65-F5344CB8AC3E}">
        <p14:creationId xmlns:p14="http://schemas.microsoft.com/office/powerpoint/2010/main" val="42828532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510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84324"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DEBEDEF-4876-4033-985C-90B4DC3EF53D}" type="slidenum">
              <a:rPr lang="en-US" altLang="en-US">
                <a:latin typeface="Calibri" panose="020F0502020204030204" pitchFamily="34" charset="0"/>
              </a:rPr>
              <a:pPr eaLnBrk="1" hangingPunct="1"/>
              <a:t>32</a:t>
            </a:fld>
            <a:endParaRPr lang="en-US" altLang="en-US">
              <a:latin typeface="Calibri" panose="020F0502020204030204" pitchFamily="34" charset="0"/>
            </a:endParaRPr>
          </a:p>
        </p:txBody>
      </p:sp>
    </p:spTree>
    <p:extLst>
      <p:ext uri="{BB962C8B-B14F-4D97-AF65-F5344CB8AC3E}">
        <p14:creationId xmlns:p14="http://schemas.microsoft.com/office/powerpoint/2010/main" val="337226988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spect="1" noChangeArrowheads="1" noTextEdit="1"/>
          </p:cNvSpPr>
          <p:nvPr>
            <p:ph type="sldImg"/>
          </p:nvPr>
        </p:nvSpPr>
        <p:spPr bwMode="auto">
          <a:xfrm>
            <a:off x="1150938" y="692150"/>
            <a:ext cx="4556125" cy="3416300"/>
          </a:xfrm>
          <a:prstGeom prst="rect">
            <a:avLst/>
          </a:prstGeom>
          <a:solidFill>
            <a:srgbClr val="FFFFFF"/>
          </a:solidFill>
          <a:ln>
            <a:solidFill>
              <a:srgbClr val="000000"/>
            </a:solidFill>
            <a:miter lim="800000"/>
            <a:headEnd/>
            <a:tailEnd/>
          </a:ln>
        </p:spPr>
      </p:sp>
      <p:sp>
        <p:nvSpPr>
          <p:cNvPr id="8195"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dirty="0" smtClean="0"/>
          </a:p>
        </p:txBody>
      </p:sp>
    </p:spTree>
    <p:extLst>
      <p:ext uri="{BB962C8B-B14F-4D97-AF65-F5344CB8AC3E}">
        <p14:creationId xmlns:p14="http://schemas.microsoft.com/office/powerpoint/2010/main" val="197312565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329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99684"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A7F5661-B29B-40C5-AFF8-BF59BF16084A}" type="slidenum">
              <a:rPr lang="en-US" altLang="en-US">
                <a:latin typeface="Calibri" panose="020F0502020204030204" pitchFamily="34" charset="0"/>
              </a:rPr>
              <a:pPr eaLnBrk="1" hangingPunct="1"/>
              <a:t>47</a:t>
            </a:fld>
            <a:endParaRPr lang="en-US" altLang="en-US">
              <a:latin typeface="Calibri" panose="020F0502020204030204" pitchFamily="34" charset="0"/>
            </a:endParaRPr>
          </a:p>
        </p:txBody>
      </p:sp>
    </p:spTree>
    <p:extLst>
      <p:ext uri="{BB962C8B-B14F-4D97-AF65-F5344CB8AC3E}">
        <p14:creationId xmlns:p14="http://schemas.microsoft.com/office/powerpoint/2010/main" val="26765132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432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0070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4287B10-2EC9-4B4C-80BE-9AB7A9D185AC}" type="slidenum">
              <a:rPr lang="en-US" altLang="en-US">
                <a:latin typeface="Calibri" panose="020F0502020204030204" pitchFamily="34" charset="0"/>
              </a:rPr>
              <a:pPr eaLnBrk="1" hangingPunct="1"/>
              <a:t>48</a:t>
            </a:fld>
            <a:endParaRPr lang="en-US" altLang="en-US">
              <a:latin typeface="Calibri" panose="020F0502020204030204" pitchFamily="34" charset="0"/>
            </a:endParaRPr>
          </a:p>
        </p:txBody>
      </p:sp>
    </p:spTree>
    <p:extLst>
      <p:ext uri="{BB962C8B-B14F-4D97-AF65-F5344CB8AC3E}">
        <p14:creationId xmlns:p14="http://schemas.microsoft.com/office/powerpoint/2010/main" val="1304921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4294967295"/>
          </p:nvPr>
        </p:nvSpPr>
        <p:spPr bwMode="auto">
          <a:xfrm>
            <a:off x="3884613" y="8685213"/>
            <a:ext cx="29718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4408" tIns="42204" rIns="84408" bIns="42204"/>
          <a:lstStyle>
            <a:lvl1pPr>
              <a:defRPr sz="2400">
                <a:solidFill>
                  <a:schemeClr val="tx1"/>
                </a:solidFill>
                <a:latin typeface="Times New Roman" panose="02020603050405020304" pitchFamily="18" charset="0"/>
                <a:cs typeface="Arial" panose="020B0604020202020204" pitchFamily="34" charset="0"/>
              </a:defRPr>
            </a:lvl1pPr>
            <a:lvl2pPr marL="685800" indent="-263525">
              <a:defRPr sz="2400">
                <a:solidFill>
                  <a:schemeClr val="tx1"/>
                </a:solidFill>
                <a:latin typeface="Times New Roman" panose="02020603050405020304" pitchFamily="18" charset="0"/>
                <a:cs typeface="Arial" panose="020B0604020202020204" pitchFamily="34" charset="0"/>
              </a:defRPr>
            </a:lvl2pPr>
            <a:lvl3pPr marL="1054100" indent="-209550">
              <a:defRPr sz="2400">
                <a:solidFill>
                  <a:schemeClr val="tx1"/>
                </a:solidFill>
                <a:latin typeface="Times New Roman" panose="02020603050405020304" pitchFamily="18" charset="0"/>
                <a:cs typeface="Arial" panose="020B0604020202020204" pitchFamily="34" charset="0"/>
              </a:defRPr>
            </a:lvl3pPr>
            <a:lvl4pPr marL="1476375" indent="-209550">
              <a:defRPr sz="2400">
                <a:solidFill>
                  <a:schemeClr val="tx1"/>
                </a:solidFill>
                <a:latin typeface="Times New Roman" panose="02020603050405020304" pitchFamily="18" charset="0"/>
                <a:cs typeface="Arial" panose="020B0604020202020204" pitchFamily="34" charset="0"/>
              </a:defRPr>
            </a:lvl4pPr>
            <a:lvl5pPr marL="1898650" indent="-209550">
              <a:defRPr sz="2400">
                <a:solidFill>
                  <a:schemeClr val="tx1"/>
                </a:solidFill>
                <a:latin typeface="Times New Roman" panose="02020603050405020304" pitchFamily="18" charset="0"/>
                <a:cs typeface="Arial" panose="020B0604020202020204" pitchFamily="34" charset="0"/>
              </a:defRPr>
            </a:lvl5pPr>
            <a:lvl6pPr marL="2355850" indent="-20955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813050" indent="-20955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270250" indent="-20955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727450" indent="-20955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07251483-8C13-4691-BBDA-4DC3C75AE8CD}" type="slidenum">
              <a:rPr kumimoji="1" lang="ja-JP" altLang="en-US" sz="1100"/>
              <a:pPr eaLnBrk="1" hangingPunct="1"/>
              <a:t>50</a:t>
            </a:fld>
            <a:endParaRPr kumimoji="1" lang="en-US" altLang="ja-JP" sz="1100"/>
          </a:p>
        </p:txBody>
      </p:sp>
      <p:sp>
        <p:nvSpPr>
          <p:cNvPr id="20483" name="Rectangle 2"/>
          <p:cNvSpPr>
            <a:spLocks noGrp="1" noRot="1" noChangeAspect="1" noChangeArrowheads="1" noTextEdit="1"/>
          </p:cNvSpPr>
          <p:nvPr>
            <p:ph type="sldImg"/>
          </p:nvPr>
        </p:nvSpPr>
        <p:spPr bwMode="auto">
          <a:xfrm>
            <a:off x="1143000" y="685800"/>
            <a:ext cx="4572000" cy="34290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20484" name="Rectangle 3"/>
          <p:cNvSpPr>
            <a:spLocks noGrp="1" noChangeArrowheads="1"/>
          </p:cNvSpPr>
          <p:nvPr>
            <p:ph type="body" idx="1"/>
          </p:nvPr>
        </p:nvSpPr>
        <p:spPr bwMode="auto">
          <a:xfrm>
            <a:off x="685800" y="4344988"/>
            <a:ext cx="5486400" cy="41132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4408" tIns="42204" rIns="84408" bIns="42204"/>
          <a:lstStyle/>
          <a:p>
            <a:pPr eaLnBrk="1" hangingPunct="1"/>
            <a:endParaRPr lang="ja-JP" altLang="en-US" smtClean="0"/>
          </a:p>
        </p:txBody>
      </p:sp>
    </p:spTree>
    <p:extLst>
      <p:ext uri="{BB962C8B-B14F-4D97-AF65-F5344CB8AC3E}">
        <p14:creationId xmlns:p14="http://schemas.microsoft.com/office/powerpoint/2010/main" val="362652261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4294967295"/>
          </p:nvPr>
        </p:nvSpPr>
        <p:spPr bwMode="auto">
          <a:xfrm>
            <a:off x="3884613" y="8685213"/>
            <a:ext cx="29718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4408" tIns="42204" rIns="84408" bIns="42204"/>
          <a:lstStyle>
            <a:lvl1pPr>
              <a:defRPr sz="2400">
                <a:solidFill>
                  <a:schemeClr val="tx1"/>
                </a:solidFill>
                <a:latin typeface="Times New Roman" panose="02020603050405020304" pitchFamily="18" charset="0"/>
                <a:cs typeface="Arial" panose="020B0604020202020204" pitchFamily="34" charset="0"/>
              </a:defRPr>
            </a:lvl1pPr>
            <a:lvl2pPr marL="685800" indent="-263525">
              <a:defRPr sz="2400">
                <a:solidFill>
                  <a:schemeClr val="tx1"/>
                </a:solidFill>
                <a:latin typeface="Times New Roman" panose="02020603050405020304" pitchFamily="18" charset="0"/>
                <a:cs typeface="Arial" panose="020B0604020202020204" pitchFamily="34" charset="0"/>
              </a:defRPr>
            </a:lvl2pPr>
            <a:lvl3pPr marL="1054100" indent="-209550">
              <a:defRPr sz="2400">
                <a:solidFill>
                  <a:schemeClr val="tx1"/>
                </a:solidFill>
                <a:latin typeface="Times New Roman" panose="02020603050405020304" pitchFamily="18" charset="0"/>
                <a:cs typeface="Arial" panose="020B0604020202020204" pitchFamily="34" charset="0"/>
              </a:defRPr>
            </a:lvl3pPr>
            <a:lvl4pPr marL="1476375" indent="-209550">
              <a:defRPr sz="2400">
                <a:solidFill>
                  <a:schemeClr val="tx1"/>
                </a:solidFill>
                <a:latin typeface="Times New Roman" panose="02020603050405020304" pitchFamily="18" charset="0"/>
                <a:cs typeface="Arial" panose="020B0604020202020204" pitchFamily="34" charset="0"/>
              </a:defRPr>
            </a:lvl4pPr>
            <a:lvl5pPr marL="1898650" indent="-209550">
              <a:defRPr sz="2400">
                <a:solidFill>
                  <a:schemeClr val="tx1"/>
                </a:solidFill>
                <a:latin typeface="Times New Roman" panose="02020603050405020304" pitchFamily="18" charset="0"/>
                <a:cs typeface="Arial" panose="020B0604020202020204" pitchFamily="34" charset="0"/>
              </a:defRPr>
            </a:lvl5pPr>
            <a:lvl6pPr marL="2355850" indent="-20955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813050" indent="-20955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270250" indent="-20955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727450" indent="-20955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F7628C0B-44DE-4CAE-B97C-8824A4552B15}" type="slidenum">
              <a:rPr kumimoji="1" lang="ja-JP" altLang="en-US" sz="1100"/>
              <a:pPr eaLnBrk="1" hangingPunct="1"/>
              <a:t>51</a:t>
            </a:fld>
            <a:endParaRPr kumimoji="1" lang="en-US" altLang="ja-JP" sz="1100"/>
          </a:p>
        </p:txBody>
      </p:sp>
      <p:sp>
        <p:nvSpPr>
          <p:cNvPr id="22531" name="Rectangle 2"/>
          <p:cNvSpPr>
            <a:spLocks noGrp="1" noRot="1" noChangeAspect="1" noChangeArrowheads="1" noTextEdit="1"/>
          </p:cNvSpPr>
          <p:nvPr>
            <p:ph type="sldImg"/>
          </p:nvPr>
        </p:nvSpPr>
        <p:spPr bwMode="auto">
          <a:xfrm>
            <a:off x="1143000" y="685800"/>
            <a:ext cx="4572000" cy="34290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22532" name="Rectangle 3"/>
          <p:cNvSpPr>
            <a:spLocks noGrp="1" noChangeArrowheads="1"/>
          </p:cNvSpPr>
          <p:nvPr>
            <p:ph type="body" idx="1"/>
          </p:nvPr>
        </p:nvSpPr>
        <p:spPr bwMode="auto">
          <a:xfrm>
            <a:off x="685800" y="4344988"/>
            <a:ext cx="5486400" cy="41132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4408" tIns="42204" rIns="84408" bIns="42204"/>
          <a:lstStyle/>
          <a:p>
            <a:pPr eaLnBrk="1" hangingPunct="1"/>
            <a:endParaRPr lang="ja-JP" altLang="en-US" smtClean="0"/>
          </a:p>
        </p:txBody>
      </p:sp>
    </p:spTree>
    <p:extLst>
      <p:ext uri="{BB962C8B-B14F-4D97-AF65-F5344CB8AC3E}">
        <p14:creationId xmlns:p14="http://schemas.microsoft.com/office/powerpoint/2010/main" val="19097360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73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06852"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C8A5B6D-2B15-43D4-9117-A326D9114BAE}" type="slidenum">
              <a:rPr lang="en-US" altLang="en-US">
                <a:latin typeface="Calibri" panose="020F0502020204030204" pitchFamily="34" charset="0"/>
              </a:rPr>
              <a:pPr eaLnBrk="1" hangingPunct="1"/>
              <a:t>52</a:t>
            </a:fld>
            <a:endParaRPr lang="en-US" altLang="en-US">
              <a:latin typeface="Calibri" panose="020F0502020204030204" pitchFamily="34" charset="0"/>
            </a:endParaRPr>
          </a:p>
        </p:txBody>
      </p:sp>
    </p:spTree>
    <p:extLst>
      <p:ext uri="{BB962C8B-B14F-4D97-AF65-F5344CB8AC3E}">
        <p14:creationId xmlns:p14="http://schemas.microsoft.com/office/powerpoint/2010/main" val="417088146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84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07876"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121623D-883B-4DFA-8701-D24F972353CC}" type="slidenum">
              <a:rPr lang="en-US" altLang="en-US">
                <a:latin typeface="Calibri" panose="020F0502020204030204" pitchFamily="34" charset="0"/>
              </a:rPr>
              <a:pPr eaLnBrk="1" hangingPunct="1"/>
              <a:t>53</a:t>
            </a:fld>
            <a:endParaRPr lang="en-US" altLang="en-US">
              <a:latin typeface="Calibri" panose="020F0502020204030204" pitchFamily="34" charset="0"/>
            </a:endParaRPr>
          </a:p>
        </p:txBody>
      </p:sp>
    </p:spTree>
    <p:extLst>
      <p:ext uri="{BB962C8B-B14F-4D97-AF65-F5344CB8AC3E}">
        <p14:creationId xmlns:p14="http://schemas.microsoft.com/office/powerpoint/2010/main" val="134549817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04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17092"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9CBEE38C-C717-457F-A359-E94B0B53363E}" type="slidenum">
              <a:rPr lang="en-US" altLang="en-US">
                <a:latin typeface="Calibri" panose="020F0502020204030204" pitchFamily="34" charset="0"/>
              </a:rPr>
              <a:pPr eaLnBrk="1" hangingPunct="1"/>
              <a:t>54</a:t>
            </a:fld>
            <a:endParaRPr lang="en-US" altLang="en-US">
              <a:latin typeface="Calibri" panose="020F0502020204030204" pitchFamily="34" charset="0"/>
            </a:endParaRPr>
          </a:p>
        </p:txBody>
      </p:sp>
    </p:spTree>
    <p:extLst>
      <p:ext uri="{BB962C8B-B14F-4D97-AF65-F5344CB8AC3E}">
        <p14:creationId xmlns:p14="http://schemas.microsoft.com/office/powerpoint/2010/main" val="176784106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353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25284"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B9166D6-8895-471B-9280-B9AA12263DDB}" type="slidenum">
              <a:rPr lang="en-US" altLang="en-US">
                <a:latin typeface="Calibri" panose="020F0502020204030204" pitchFamily="34" charset="0"/>
              </a:rPr>
              <a:pPr eaLnBrk="1" hangingPunct="1"/>
              <a:t>55</a:t>
            </a:fld>
            <a:endParaRPr lang="en-US" altLang="en-US">
              <a:latin typeface="Calibri" panose="020F0502020204030204" pitchFamily="34" charset="0"/>
            </a:endParaRPr>
          </a:p>
        </p:txBody>
      </p:sp>
    </p:spTree>
    <p:extLst>
      <p:ext uri="{BB962C8B-B14F-4D97-AF65-F5344CB8AC3E}">
        <p14:creationId xmlns:p14="http://schemas.microsoft.com/office/powerpoint/2010/main" val="404734085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661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25284"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4C88EB7-1A72-422F-83D2-5E4D480579F3}" type="slidenum">
              <a:rPr lang="en-US" altLang="en-US">
                <a:latin typeface="Calibri" panose="020F0502020204030204" pitchFamily="34" charset="0"/>
              </a:rPr>
              <a:pPr eaLnBrk="1" hangingPunct="1"/>
              <a:t>56</a:t>
            </a:fld>
            <a:endParaRPr lang="en-US" altLang="en-US">
              <a:latin typeface="Calibri" panose="020F0502020204030204" pitchFamily="34" charset="0"/>
            </a:endParaRPr>
          </a:p>
        </p:txBody>
      </p:sp>
    </p:spTree>
    <p:extLst>
      <p:ext uri="{BB962C8B-B14F-4D97-AF65-F5344CB8AC3E}">
        <p14:creationId xmlns:p14="http://schemas.microsoft.com/office/powerpoint/2010/main" val="209951989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4294967295"/>
          </p:nvPr>
        </p:nvSpPr>
        <p:spPr bwMode="auto">
          <a:xfrm>
            <a:off x="3884613" y="8685213"/>
            <a:ext cx="29718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4408" tIns="42204" rIns="84408" bIns="42204"/>
          <a:lstStyle>
            <a:lvl1pPr>
              <a:defRPr sz="2400">
                <a:solidFill>
                  <a:schemeClr val="tx1"/>
                </a:solidFill>
                <a:latin typeface="Times New Roman" panose="02020603050405020304" pitchFamily="18" charset="0"/>
                <a:cs typeface="Arial" panose="020B0604020202020204" pitchFamily="34" charset="0"/>
              </a:defRPr>
            </a:lvl1pPr>
            <a:lvl2pPr marL="685800" indent="-263525">
              <a:defRPr sz="2400">
                <a:solidFill>
                  <a:schemeClr val="tx1"/>
                </a:solidFill>
                <a:latin typeface="Times New Roman" panose="02020603050405020304" pitchFamily="18" charset="0"/>
                <a:cs typeface="Arial" panose="020B0604020202020204" pitchFamily="34" charset="0"/>
              </a:defRPr>
            </a:lvl2pPr>
            <a:lvl3pPr marL="1054100" indent="-209550">
              <a:defRPr sz="2400">
                <a:solidFill>
                  <a:schemeClr val="tx1"/>
                </a:solidFill>
                <a:latin typeface="Times New Roman" panose="02020603050405020304" pitchFamily="18" charset="0"/>
                <a:cs typeface="Arial" panose="020B0604020202020204" pitchFamily="34" charset="0"/>
              </a:defRPr>
            </a:lvl3pPr>
            <a:lvl4pPr marL="1476375" indent="-209550">
              <a:defRPr sz="2400">
                <a:solidFill>
                  <a:schemeClr val="tx1"/>
                </a:solidFill>
                <a:latin typeface="Times New Roman" panose="02020603050405020304" pitchFamily="18" charset="0"/>
                <a:cs typeface="Arial" panose="020B0604020202020204" pitchFamily="34" charset="0"/>
              </a:defRPr>
            </a:lvl4pPr>
            <a:lvl5pPr marL="1898650" indent="-209550">
              <a:defRPr sz="2400">
                <a:solidFill>
                  <a:schemeClr val="tx1"/>
                </a:solidFill>
                <a:latin typeface="Times New Roman" panose="02020603050405020304" pitchFamily="18" charset="0"/>
                <a:cs typeface="Arial" panose="020B0604020202020204" pitchFamily="34" charset="0"/>
              </a:defRPr>
            </a:lvl5pPr>
            <a:lvl6pPr marL="2355850" indent="-20955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813050" indent="-20955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270250" indent="-20955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727450" indent="-20955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5FB1930E-4C94-4CD2-9E7F-3E392C1142D3}" type="slidenum">
              <a:rPr kumimoji="1" lang="ja-JP" altLang="en-US" sz="1100"/>
              <a:pPr eaLnBrk="1" hangingPunct="1"/>
              <a:t>58</a:t>
            </a:fld>
            <a:endParaRPr kumimoji="1" lang="en-US" altLang="ja-JP" sz="1100"/>
          </a:p>
        </p:txBody>
      </p:sp>
      <p:sp>
        <p:nvSpPr>
          <p:cNvPr id="25603" name="Rectangle 2"/>
          <p:cNvSpPr>
            <a:spLocks noGrp="1" noRot="1" noChangeAspect="1" noChangeArrowheads="1" noTextEdit="1"/>
          </p:cNvSpPr>
          <p:nvPr>
            <p:ph type="sldImg"/>
          </p:nvPr>
        </p:nvSpPr>
        <p:spPr bwMode="auto">
          <a:xfrm>
            <a:off x="1143000" y="685800"/>
            <a:ext cx="4572000" cy="34290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25604" name="Rectangle 3"/>
          <p:cNvSpPr>
            <a:spLocks noGrp="1" noChangeArrowheads="1"/>
          </p:cNvSpPr>
          <p:nvPr>
            <p:ph type="body" idx="1"/>
          </p:nvPr>
        </p:nvSpPr>
        <p:spPr bwMode="auto">
          <a:xfrm>
            <a:off x="685800" y="4344988"/>
            <a:ext cx="5486400" cy="41132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4408" tIns="42204" rIns="84408" bIns="42204"/>
          <a:lstStyle/>
          <a:p>
            <a:pPr eaLnBrk="1" hangingPunct="1"/>
            <a:endParaRPr lang="ja-JP" altLang="en-US" smtClean="0"/>
          </a:p>
        </p:txBody>
      </p:sp>
    </p:spTree>
    <p:extLst>
      <p:ext uri="{BB962C8B-B14F-4D97-AF65-F5344CB8AC3E}">
        <p14:creationId xmlns:p14="http://schemas.microsoft.com/office/powerpoint/2010/main" val="355705406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4294967295"/>
          </p:nvPr>
        </p:nvSpPr>
        <p:spPr bwMode="auto">
          <a:xfrm>
            <a:off x="3884613" y="8685213"/>
            <a:ext cx="29718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4408" tIns="42204" rIns="84408" bIns="42204"/>
          <a:lstStyle>
            <a:lvl1pPr>
              <a:defRPr sz="2400">
                <a:solidFill>
                  <a:schemeClr val="tx1"/>
                </a:solidFill>
                <a:latin typeface="Times New Roman" panose="02020603050405020304" pitchFamily="18" charset="0"/>
                <a:cs typeface="Arial" panose="020B0604020202020204" pitchFamily="34" charset="0"/>
              </a:defRPr>
            </a:lvl1pPr>
            <a:lvl2pPr marL="685800" indent="-263525">
              <a:defRPr sz="2400">
                <a:solidFill>
                  <a:schemeClr val="tx1"/>
                </a:solidFill>
                <a:latin typeface="Times New Roman" panose="02020603050405020304" pitchFamily="18" charset="0"/>
                <a:cs typeface="Arial" panose="020B0604020202020204" pitchFamily="34" charset="0"/>
              </a:defRPr>
            </a:lvl2pPr>
            <a:lvl3pPr marL="1054100" indent="-209550">
              <a:defRPr sz="2400">
                <a:solidFill>
                  <a:schemeClr val="tx1"/>
                </a:solidFill>
                <a:latin typeface="Times New Roman" panose="02020603050405020304" pitchFamily="18" charset="0"/>
                <a:cs typeface="Arial" panose="020B0604020202020204" pitchFamily="34" charset="0"/>
              </a:defRPr>
            </a:lvl3pPr>
            <a:lvl4pPr marL="1476375" indent="-209550">
              <a:defRPr sz="2400">
                <a:solidFill>
                  <a:schemeClr val="tx1"/>
                </a:solidFill>
                <a:latin typeface="Times New Roman" panose="02020603050405020304" pitchFamily="18" charset="0"/>
                <a:cs typeface="Arial" panose="020B0604020202020204" pitchFamily="34" charset="0"/>
              </a:defRPr>
            </a:lvl4pPr>
            <a:lvl5pPr marL="1898650" indent="-209550">
              <a:defRPr sz="2400">
                <a:solidFill>
                  <a:schemeClr val="tx1"/>
                </a:solidFill>
                <a:latin typeface="Times New Roman" panose="02020603050405020304" pitchFamily="18" charset="0"/>
                <a:cs typeface="Arial" panose="020B0604020202020204" pitchFamily="34" charset="0"/>
              </a:defRPr>
            </a:lvl5pPr>
            <a:lvl6pPr marL="2355850" indent="-20955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813050" indent="-20955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270250" indent="-20955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727450" indent="-20955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BBDCEBDB-2A68-4F26-B60A-2009960E80BC}" type="slidenum">
              <a:rPr kumimoji="1" lang="ja-JP" altLang="en-US" sz="1100"/>
              <a:pPr eaLnBrk="1" hangingPunct="1"/>
              <a:t>59</a:t>
            </a:fld>
            <a:endParaRPr kumimoji="1" lang="en-US" altLang="ja-JP" sz="1100"/>
          </a:p>
        </p:txBody>
      </p:sp>
      <p:sp>
        <p:nvSpPr>
          <p:cNvPr id="27651" name="Rectangle 2"/>
          <p:cNvSpPr>
            <a:spLocks noGrp="1" noRot="1" noChangeAspect="1" noChangeArrowheads="1" noTextEdit="1"/>
          </p:cNvSpPr>
          <p:nvPr>
            <p:ph type="sldImg"/>
          </p:nvPr>
        </p:nvSpPr>
        <p:spPr bwMode="auto">
          <a:xfrm>
            <a:off x="1143000" y="685800"/>
            <a:ext cx="4572000" cy="34290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27652" name="Rectangle 3"/>
          <p:cNvSpPr>
            <a:spLocks noGrp="1" noChangeArrowheads="1"/>
          </p:cNvSpPr>
          <p:nvPr>
            <p:ph type="body" idx="1"/>
          </p:nvPr>
        </p:nvSpPr>
        <p:spPr bwMode="auto">
          <a:xfrm>
            <a:off x="685800" y="4344988"/>
            <a:ext cx="5486400" cy="41132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4408" tIns="42204" rIns="84408" bIns="42204"/>
          <a:lstStyle/>
          <a:p>
            <a:pPr eaLnBrk="1" hangingPunct="1"/>
            <a:endParaRPr lang="ja-JP" altLang="en-US" smtClean="0"/>
          </a:p>
        </p:txBody>
      </p:sp>
    </p:spTree>
    <p:extLst>
      <p:ext uri="{BB962C8B-B14F-4D97-AF65-F5344CB8AC3E}">
        <p14:creationId xmlns:p14="http://schemas.microsoft.com/office/powerpoint/2010/main" val="270761928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0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43716"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A8979B4-E963-4FDC-B302-722E7D0B87FC}" type="slidenum">
              <a:rPr lang="en-US" altLang="en-US">
                <a:latin typeface="Calibri" panose="020F0502020204030204" pitchFamily="34" charset="0"/>
              </a:rPr>
              <a:pPr eaLnBrk="1" hangingPunct="1"/>
              <a:t>61</a:t>
            </a:fld>
            <a:endParaRPr lang="en-US" altLang="en-US">
              <a:latin typeface="Calibri" panose="020F0502020204030204" pitchFamily="34" charset="0"/>
            </a:endParaRPr>
          </a:p>
        </p:txBody>
      </p:sp>
    </p:spTree>
    <p:extLst>
      <p:ext uri="{BB962C8B-B14F-4D97-AF65-F5344CB8AC3E}">
        <p14:creationId xmlns:p14="http://schemas.microsoft.com/office/powerpoint/2010/main" val="348895764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787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58052"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8D8C4EF-68DF-45F9-B5C0-A63A905377C4}" type="slidenum">
              <a:rPr lang="en-US" altLang="en-US">
                <a:latin typeface="Calibri" panose="020F0502020204030204" pitchFamily="34" charset="0"/>
              </a:rPr>
              <a:pPr eaLnBrk="1" hangingPunct="1"/>
              <a:t>62</a:t>
            </a:fld>
            <a:endParaRPr lang="en-US" altLang="en-US">
              <a:latin typeface="Calibri" panose="020F0502020204030204" pitchFamily="34" charset="0"/>
            </a:endParaRPr>
          </a:p>
        </p:txBody>
      </p:sp>
    </p:spTree>
    <p:extLst>
      <p:ext uri="{BB962C8B-B14F-4D97-AF65-F5344CB8AC3E}">
        <p14:creationId xmlns:p14="http://schemas.microsoft.com/office/powerpoint/2010/main" val="324789833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787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58052"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8D8C4EF-68DF-45F9-B5C0-A63A905377C4}" type="slidenum">
              <a:rPr lang="en-US" altLang="en-US">
                <a:latin typeface="Calibri" panose="020F0502020204030204" pitchFamily="34" charset="0"/>
              </a:rPr>
              <a:pPr eaLnBrk="1" hangingPunct="1"/>
              <a:t>63</a:t>
            </a:fld>
            <a:endParaRPr lang="en-US" altLang="en-US">
              <a:latin typeface="Calibri" panose="020F0502020204030204" pitchFamily="34" charset="0"/>
            </a:endParaRPr>
          </a:p>
        </p:txBody>
      </p:sp>
    </p:spTree>
    <p:extLst>
      <p:ext uri="{BB962C8B-B14F-4D97-AF65-F5344CB8AC3E}">
        <p14:creationId xmlns:p14="http://schemas.microsoft.com/office/powerpoint/2010/main" val="279532568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889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59076"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93226F6E-9922-4E15-8360-3D284B02F773}" type="slidenum">
              <a:rPr lang="en-US" altLang="en-US">
                <a:latin typeface="Calibri" panose="020F0502020204030204" pitchFamily="34" charset="0"/>
              </a:rPr>
              <a:pPr eaLnBrk="1" hangingPunct="1"/>
              <a:t>64</a:t>
            </a:fld>
            <a:endParaRPr lang="en-US" altLang="en-US">
              <a:latin typeface="Calibri" panose="020F0502020204030204" pitchFamily="34" charset="0"/>
            </a:endParaRPr>
          </a:p>
        </p:txBody>
      </p:sp>
    </p:spTree>
    <p:extLst>
      <p:ext uri="{BB962C8B-B14F-4D97-AF65-F5344CB8AC3E}">
        <p14:creationId xmlns:p14="http://schemas.microsoft.com/office/powerpoint/2010/main" val="111328326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992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60100"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43BDC52-D74B-4295-AC4E-6B4D140E770C}" type="slidenum">
              <a:rPr lang="en-US" altLang="en-US">
                <a:latin typeface="Calibri" panose="020F0502020204030204" pitchFamily="34" charset="0"/>
              </a:rPr>
              <a:pPr eaLnBrk="1" hangingPunct="1"/>
              <a:t>65</a:t>
            </a:fld>
            <a:endParaRPr lang="en-US" altLang="en-US">
              <a:latin typeface="Calibri" panose="020F0502020204030204" pitchFamily="34" charset="0"/>
            </a:endParaRPr>
          </a:p>
        </p:txBody>
      </p:sp>
    </p:spTree>
    <p:extLst>
      <p:ext uri="{BB962C8B-B14F-4D97-AF65-F5344CB8AC3E}">
        <p14:creationId xmlns:p14="http://schemas.microsoft.com/office/powerpoint/2010/main" val="29898565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09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62148"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6DFD400-7D77-4413-9378-CC4D0B78F47C}" type="slidenum">
              <a:rPr lang="en-US" altLang="en-US">
                <a:latin typeface="Calibri" panose="020F0502020204030204" pitchFamily="34" charset="0"/>
              </a:rPr>
              <a:pPr eaLnBrk="1" hangingPunct="1"/>
              <a:t>66</a:t>
            </a:fld>
            <a:endParaRPr lang="en-US" altLang="en-US">
              <a:latin typeface="Calibri" panose="020F0502020204030204" pitchFamily="34" charset="0"/>
            </a:endParaRPr>
          </a:p>
        </p:txBody>
      </p:sp>
    </p:spTree>
    <p:extLst>
      <p:ext uri="{BB962C8B-B14F-4D97-AF65-F5344CB8AC3E}">
        <p14:creationId xmlns:p14="http://schemas.microsoft.com/office/powerpoint/2010/main" val="271917385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197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63172"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6131966-6184-459C-8532-90B86BC4A738}" type="slidenum">
              <a:rPr lang="en-US" altLang="en-US">
                <a:latin typeface="Calibri" panose="020F0502020204030204" pitchFamily="34" charset="0"/>
              </a:rPr>
              <a:pPr eaLnBrk="1" hangingPunct="1"/>
              <a:t>67</a:t>
            </a:fld>
            <a:endParaRPr lang="en-US" altLang="en-US">
              <a:latin typeface="Calibri" panose="020F0502020204030204" pitchFamily="34" charset="0"/>
            </a:endParaRPr>
          </a:p>
        </p:txBody>
      </p:sp>
    </p:spTree>
    <p:extLst>
      <p:ext uri="{BB962C8B-B14F-4D97-AF65-F5344CB8AC3E}">
        <p14:creationId xmlns:p14="http://schemas.microsoft.com/office/powerpoint/2010/main" val="28213077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29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64196"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8CFECA3-D97C-43B0-BDF9-A22A9C704B8E}" type="slidenum">
              <a:rPr lang="en-US" altLang="en-US">
                <a:latin typeface="Calibri" panose="020F0502020204030204" pitchFamily="34" charset="0"/>
              </a:rPr>
              <a:pPr eaLnBrk="1" hangingPunct="1"/>
              <a:t>68</a:t>
            </a:fld>
            <a:endParaRPr lang="en-US" altLang="en-US">
              <a:latin typeface="Calibri" panose="020F0502020204030204" pitchFamily="34" charset="0"/>
            </a:endParaRPr>
          </a:p>
        </p:txBody>
      </p:sp>
    </p:spTree>
    <p:extLst>
      <p:ext uri="{BB962C8B-B14F-4D97-AF65-F5344CB8AC3E}">
        <p14:creationId xmlns:p14="http://schemas.microsoft.com/office/powerpoint/2010/main" val="173343366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40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64196" name="Slide Number Placeholder 3"/>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542C6DC-6436-407C-BF4D-5B02C1D92CFE}" type="slidenum">
              <a:rPr lang="en-US" altLang="en-US">
                <a:latin typeface="Calibri" panose="020F0502020204030204" pitchFamily="34" charset="0"/>
              </a:rPr>
              <a:pPr eaLnBrk="1" hangingPunct="1"/>
              <a:t>69</a:t>
            </a:fld>
            <a:endParaRPr lang="en-US" altLang="en-US">
              <a:latin typeface="Calibri" panose="020F0502020204030204" pitchFamily="34" charset="0"/>
            </a:endParaRPr>
          </a:p>
        </p:txBody>
      </p:sp>
    </p:spTree>
    <p:extLst>
      <p:ext uri="{BB962C8B-B14F-4D97-AF65-F5344CB8AC3E}">
        <p14:creationId xmlns:p14="http://schemas.microsoft.com/office/powerpoint/2010/main" val="422791719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hemeOverride" Target="../theme/themeOverride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hemeOverride" Target="../theme/themeOverride4.xml"/><Relationship Id="rId4" Type="http://schemas.openxmlformats.org/officeDocument/2006/relationships/image" Target="../media/image1.jpe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ight Triangle 3"/>
          <p:cNvSpPr/>
          <p:nvPr/>
        </p:nvSpPr>
        <p:spPr>
          <a:xfrm>
            <a:off x="0" y="4664075"/>
            <a:ext cx="9150350"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grpSp>
        <p:nvGrpSpPr>
          <p:cNvPr id="5" name="Group 18"/>
          <p:cNvGrpSpPr>
            <a:grpSpLocks/>
          </p:cNvGrpSpPr>
          <p:nvPr/>
        </p:nvGrpSpPr>
        <p:grpSpPr bwMode="auto">
          <a:xfrm>
            <a:off x="-3175" y="4953000"/>
            <a:ext cx="9147175" cy="1911350"/>
            <a:chOff x="-3765" y="4832896"/>
            <a:chExt cx="9147765" cy="2032192"/>
          </a:xfrm>
        </p:grpSpPr>
        <p:sp>
          <p:nvSpPr>
            <p:cNvPr id="6" name="Freeform 5"/>
            <p:cNvSpPr>
              <a:spLocks/>
            </p:cNvSpPr>
            <p:nvPr/>
          </p:nvSpPr>
          <p:spPr bwMode="auto">
            <a:xfrm>
              <a:off x="1687032" y="4832896"/>
              <a:ext cx="7456968" cy="51817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a:latin typeface="+mn-lt"/>
                <a:cs typeface="+mn-cs"/>
              </a:endParaRPr>
            </a:p>
          </p:txBody>
        </p:sp>
        <p:sp>
          <p:nvSpPr>
            <p:cNvPr id="7" name="Freeform 20"/>
            <p:cNvSpPr>
              <a:spLocks/>
            </p:cNvSpPr>
            <p:nvPr/>
          </p:nvSpPr>
          <p:spPr bwMode="auto">
            <a:xfrm>
              <a:off x="35926" y="5135025"/>
              <a:ext cx="9108074" cy="838869"/>
            </a:xfrm>
            <a:custGeom>
              <a:avLst/>
              <a:gdLst>
                <a:gd name="T0" fmla="*/ 0 w 5760"/>
                <a:gd name="T1" fmla="*/ 0 h 528"/>
                <a:gd name="T2" fmla="*/ 9108074 w 5760"/>
                <a:gd name="T3" fmla="*/ 0 h 528"/>
                <a:gd name="T4" fmla="*/ 9108074 w 5760"/>
                <a:gd name="T5" fmla="*/ 838869 h 528"/>
                <a:gd name="T6" fmla="*/ 75901 w 5760"/>
                <a:gd name="T7" fmla="*/ 0 h 528"/>
                <a:gd name="T8" fmla="*/ 0 60000 65536"/>
                <a:gd name="T9" fmla="*/ 0 60000 65536"/>
                <a:gd name="T10" fmla="*/ 0 60000 65536"/>
                <a:gd name="T11" fmla="*/ 0 60000 65536"/>
                <a:gd name="T12" fmla="*/ 0 w 5760"/>
                <a:gd name="T13" fmla="*/ 0 h 528"/>
                <a:gd name="T14" fmla="*/ 5760 w 5760"/>
                <a:gd name="T15" fmla="*/ 528 h 528"/>
              </a:gdLst>
              <a:ahLst/>
              <a:cxnLst>
                <a:cxn ang="T8">
                  <a:pos x="T0" y="T1"/>
                </a:cxn>
                <a:cxn ang="T9">
                  <a:pos x="T2" y="T3"/>
                </a:cxn>
                <a:cxn ang="T10">
                  <a:pos x="T4" y="T5"/>
                </a:cxn>
                <a:cxn ang="T11">
                  <a:pos x="T6" y="T7"/>
                </a:cxn>
              </a:cxnLst>
              <a:rect l="T12" t="T13" r="T14" b="T15"/>
              <a:pathLst>
                <a:path w="5760" h="528">
                  <a:moveTo>
                    <a:pt x="0" y="0"/>
                  </a:moveTo>
                  <a:lnTo>
                    <a:pt x="5760" y="0"/>
                  </a:lnTo>
                  <a:lnTo>
                    <a:pt x="5760" y="528"/>
                  </a:lnTo>
                  <a:lnTo>
                    <a:pt x="48" y="0"/>
                  </a:lnTo>
                </a:path>
              </a:pathLst>
            </a:custGeom>
            <a:solidFill>
              <a:srgbClr val="000000"/>
            </a:solidFill>
            <a:ln>
              <a:noFill/>
            </a:ln>
            <a:extLs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Lst>
          </p:spPr>
          <p:txBody>
            <a:bodyPr/>
            <a:lstStyle/>
            <a:p>
              <a:endParaRPr lang="en-US"/>
            </a:p>
          </p:txBody>
        </p:sp>
        <p:sp>
          <p:nvSpPr>
            <p:cNvPr id="8" name="Freeform 7"/>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10" name="Straight Connector 9"/>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9" name="Title 8"/>
          <p:cNvSpPr>
            <a:spLocks noGrp="1"/>
          </p:cNvSpPr>
          <p:nvPr>
            <p:ph type="ctrTitle"/>
          </p:nvPr>
        </p:nvSpPr>
        <p:spPr>
          <a:xfrm>
            <a:off x="685800" y="1752601"/>
            <a:ext cx="7772400" cy="1829761"/>
          </a:xfrm>
        </p:spPr>
        <p:txBody>
          <a:bodyPr anchor="b"/>
          <a:lstStyle>
            <a:lvl1pPr algn="r">
              <a:defRPr sz="4800" b="1">
                <a:solidFill>
                  <a:schemeClr val="tx2"/>
                </a:solidFill>
                <a:effectLst>
                  <a:outerShdw blurRad="31750" dist="25400" dir="5400000" algn="tl" rotWithShape="0">
                    <a:srgbClr val="000000">
                      <a:alpha val="25000"/>
                    </a:srgbClr>
                  </a:outerShdw>
                </a:effectLst>
              </a:defRPr>
            </a:lvl1pPr>
            <a:extLst/>
          </a:lstStyle>
          <a:p>
            <a:r>
              <a:rPr lang="en-US"/>
              <a:t>Click to edit Master title style</a:t>
            </a:r>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a:t>Click to edit Master subtitle style</a:t>
            </a:r>
          </a:p>
        </p:txBody>
      </p:sp>
      <p:sp>
        <p:nvSpPr>
          <p:cNvPr id="12" name="Date Placeholder 29"/>
          <p:cNvSpPr>
            <a:spLocks noGrp="1"/>
          </p:cNvSpPr>
          <p:nvPr>
            <p:ph type="dt" sz="half" idx="10"/>
          </p:nvPr>
        </p:nvSpPr>
        <p:spPr/>
        <p:txBody>
          <a:bodyPr/>
          <a:lstStyle>
            <a:lvl1pPr>
              <a:defRPr smtClean="0">
                <a:solidFill>
                  <a:srgbClr val="FFFFFF"/>
                </a:solidFill>
              </a:defRPr>
            </a:lvl1pPr>
            <a:extLst/>
          </a:lstStyle>
          <a:p>
            <a:pPr>
              <a:defRPr/>
            </a:pPr>
            <a:fld id="{E739EB55-AB74-42B5-B891-29B1CF7A9BED}" type="datetime1">
              <a:rPr lang="en-US" smtClean="0"/>
              <a:t>9/10/2023</a:t>
            </a:fld>
            <a:endParaRPr lang="en-US"/>
          </a:p>
        </p:txBody>
      </p:sp>
      <p:sp>
        <p:nvSpPr>
          <p:cNvPr id="13" name="Slide Number Placeholder 26"/>
          <p:cNvSpPr>
            <a:spLocks noGrp="1"/>
          </p:cNvSpPr>
          <p:nvPr>
            <p:ph type="sldNum" sz="quarter" idx="11"/>
          </p:nvPr>
        </p:nvSpPr>
        <p:spPr/>
        <p:txBody>
          <a:bodyPr/>
          <a:lstStyle>
            <a:lvl1pPr>
              <a:defRPr>
                <a:solidFill>
                  <a:srgbClr val="FFFFFF"/>
                </a:solidFill>
              </a:defRPr>
            </a:lvl1pPr>
          </a:lstStyle>
          <a:p>
            <a:fld id="{BA64FECE-4E25-4720-8DBA-EE0955809BF1}" type="slidenum">
              <a:rPr lang="en-US" altLang="en-US"/>
              <a:pPr/>
              <a:t>‹#›</a:t>
            </a:fld>
            <a:endParaRPr lang="en-US" altLang="en-US"/>
          </a:p>
        </p:txBody>
      </p:sp>
      <p:sp>
        <p:nvSpPr>
          <p:cNvPr id="14" name="Footer Placeholder 18"/>
          <p:cNvSpPr>
            <a:spLocks noGrp="1"/>
          </p:cNvSpPr>
          <p:nvPr>
            <p:ph type="ftr" sz="quarter" idx="12"/>
          </p:nvPr>
        </p:nvSpPr>
        <p:spPr>
          <a:xfrm>
            <a:off x="2743200" y="6408738"/>
            <a:ext cx="3987800" cy="365125"/>
          </a:xfrm>
        </p:spPr>
        <p:txBody>
          <a:bodyPr/>
          <a:lstStyle>
            <a:lvl1pPr>
              <a:defRPr smtClean="0">
                <a:solidFill>
                  <a:schemeClr val="accent1">
                    <a:tint val="20000"/>
                  </a:schemeClr>
                </a:solidFill>
              </a:defRPr>
            </a:lvl1pPr>
            <a:extLst/>
          </a:lstStyle>
          <a:p>
            <a:pPr>
              <a:defRPr/>
            </a:pPr>
            <a:r>
              <a:rPr lang="en-US"/>
              <a:t>©1992-2017 by Pearson Education, Inc. All Rights Reserved.</a:t>
            </a:r>
          </a:p>
        </p:txBody>
      </p:sp>
    </p:spTree>
    <p:extLst>
      <p:ext uri="{BB962C8B-B14F-4D97-AF65-F5344CB8AC3E}">
        <p14:creationId xmlns:p14="http://schemas.microsoft.com/office/powerpoint/2010/main" val="34727189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2pPr>
              <a:buFont typeface="Wingdings" pitchFamily="2" charset="2"/>
              <a:buChar char="§"/>
              <a:defRPr/>
            </a:lvl2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6"/>
          <p:cNvSpPr>
            <a:spLocks noGrp="1"/>
          </p:cNvSpPr>
          <p:nvPr>
            <p:ph type="title"/>
          </p:nvPr>
        </p:nvSpPr>
        <p:spPr/>
        <p:txBody>
          <a:bodyPr rtlCol="0"/>
          <a:lstStyle/>
          <a:p>
            <a:r>
              <a:rPr lang="en-US"/>
              <a:t>Click to edit Master title style</a:t>
            </a:r>
          </a:p>
        </p:txBody>
      </p:sp>
      <p:sp>
        <p:nvSpPr>
          <p:cNvPr id="6" name="Date Placeholder 3"/>
          <p:cNvSpPr>
            <a:spLocks noGrp="1"/>
          </p:cNvSpPr>
          <p:nvPr>
            <p:ph type="dt" sz="half" idx="10"/>
          </p:nvPr>
        </p:nvSpPr>
        <p:spPr/>
        <p:txBody>
          <a:bodyPr/>
          <a:lstStyle>
            <a:lvl1pPr>
              <a:defRPr smtClean="0"/>
            </a:lvl1pPr>
            <a:extLst/>
          </a:lstStyle>
          <a:p>
            <a:pPr>
              <a:defRPr/>
            </a:pPr>
            <a:fld id="{C61ECD8F-CC40-4E60-A771-A722CD2E7EF3}" type="datetime1">
              <a:rPr lang="en-US" smtClean="0"/>
              <a:t>9/10/2023</a:t>
            </a:fld>
            <a:endParaRPr lang="en-US"/>
          </a:p>
        </p:txBody>
      </p:sp>
      <p:sp>
        <p:nvSpPr>
          <p:cNvPr id="8" name="Footer Placeholder 4"/>
          <p:cNvSpPr>
            <a:spLocks noGrp="1"/>
          </p:cNvSpPr>
          <p:nvPr>
            <p:ph type="ftr" sz="quarter" idx="11"/>
          </p:nvPr>
        </p:nvSpPr>
        <p:spPr>
          <a:xfrm>
            <a:off x="4114800" y="6408738"/>
            <a:ext cx="2616200" cy="365125"/>
          </a:xfrm>
        </p:spPr>
        <p:txBody>
          <a:bodyPr/>
          <a:lstStyle>
            <a:lvl1pPr>
              <a:defRPr smtClean="0"/>
            </a:lvl1pPr>
            <a:extLst/>
          </a:lstStyle>
          <a:p>
            <a:pPr>
              <a:defRPr/>
            </a:pPr>
            <a:r>
              <a:rPr lang="en-US"/>
              <a:t>©1992-2017 by Pearson Education, Inc. All Rights Reserved.</a:t>
            </a:r>
          </a:p>
        </p:txBody>
      </p:sp>
      <p:sp>
        <p:nvSpPr>
          <p:cNvPr id="9" name="Slide Number Placeholder 5"/>
          <p:cNvSpPr>
            <a:spLocks noGrp="1"/>
          </p:cNvSpPr>
          <p:nvPr>
            <p:ph type="sldNum" sz="quarter" idx="12"/>
          </p:nvPr>
        </p:nvSpPr>
        <p:spPr/>
        <p:txBody>
          <a:bodyPr/>
          <a:lstStyle>
            <a:lvl1pPr>
              <a:defRPr/>
            </a:lvl1pPr>
          </a:lstStyle>
          <a:p>
            <a:fld id="{7F61D63C-60CA-4957-BBD6-ADF3355A2908}" type="slidenum">
              <a:rPr lang="en-US" altLang="en-US"/>
              <a:pPr/>
              <a:t>‹#›</a:t>
            </a:fld>
            <a:endParaRPr lang="en-US" altLang="en-US"/>
          </a:p>
        </p:txBody>
      </p:sp>
    </p:spTree>
    <p:extLst>
      <p:ext uri="{BB962C8B-B14F-4D97-AF65-F5344CB8AC3E}">
        <p14:creationId xmlns:p14="http://schemas.microsoft.com/office/powerpoint/2010/main" val="12616544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4" name="Chevron 3"/>
          <p:cNvSpPr/>
          <p:nvPr/>
        </p:nvSpPr>
        <p:spPr>
          <a:xfrm>
            <a:off x="3636963" y="3005138"/>
            <a:ext cx="182562"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fontAlgn="auto">
              <a:spcBef>
                <a:spcPts val="0"/>
              </a:spcBef>
              <a:spcAft>
                <a:spcPts val="0"/>
              </a:spcAft>
              <a:defRPr/>
            </a:pPr>
            <a:endParaRPr lang="en-US"/>
          </a:p>
        </p:txBody>
      </p:sp>
      <p:sp>
        <p:nvSpPr>
          <p:cNvPr id="5" name="Chevron 4"/>
          <p:cNvSpPr/>
          <p:nvPr/>
        </p:nvSpPr>
        <p:spPr>
          <a:xfrm>
            <a:off x="3449638" y="3005138"/>
            <a:ext cx="18415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fontAlgn="auto">
              <a:spcBef>
                <a:spcPts val="0"/>
              </a:spcBef>
              <a:spcAft>
                <a:spcPts val="0"/>
              </a:spcAft>
              <a:defRPr/>
            </a:pPr>
            <a:endParaRPr lang="en-US"/>
          </a:p>
        </p:txBody>
      </p:sp>
      <p:sp>
        <p:nvSpPr>
          <p:cNvPr id="2" name="Title 1"/>
          <p:cNvSpPr>
            <a:spLocks noGrp="1"/>
          </p:cNvSpPr>
          <p:nvPr>
            <p:ph type="title"/>
          </p:nvPr>
        </p:nvSpPr>
        <p:spPr>
          <a:xfrm>
            <a:off x="722376" y="1059712"/>
            <a:ext cx="7772400" cy="1828800"/>
          </a:xfrm>
        </p:spPr>
        <p:txBody>
          <a:bodyPr anchor="b"/>
          <a:lstStyle>
            <a:lvl1pPr algn="r">
              <a:buNone/>
              <a:defRPr sz="4800" b="1" cap="none" baseline="0">
                <a:effectLst>
                  <a:outerShdw blurRad="31750" dist="25400" dir="5400000" algn="tl" rotWithShape="0">
                    <a:srgbClr val="000000">
                      <a:alpha val="25000"/>
                    </a:srgbClr>
                  </a:outerShdw>
                </a:effectLst>
              </a:defRPr>
            </a:lvl1pPr>
            <a:extLst/>
          </a:lstStyle>
          <a:p>
            <a:r>
              <a:rPr lang="en-US"/>
              <a:t>Click to edit Master title style</a:t>
            </a:r>
          </a:p>
        </p:txBody>
      </p:sp>
      <p:sp>
        <p:nvSpPr>
          <p:cNvPr id="3" name="Text Placeholder 2"/>
          <p:cNvSpPr>
            <a:spLocks noGrp="1"/>
          </p:cNvSpPr>
          <p:nvPr>
            <p:ph type="body" idx="1"/>
          </p:nvPr>
        </p:nvSpPr>
        <p:spPr>
          <a:xfrm>
            <a:off x="3922713" y="2931712"/>
            <a:ext cx="4572000" cy="1454888"/>
          </a:xfrm>
        </p:spPr>
        <p:txBody>
          <a:bodyPr/>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a:t>Click to edit Master text styles</a:t>
            </a:r>
          </a:p>
        </p:txBody>
      </p:sp>
      <p:sp>
        <p:nvSpPr>
          <p:cNvPr id="6" name="Date Placeholder 3"/>
          <p:cNvSpPr>
            <a:spLocks noGrp="1"/>
          </p:cNvSpPr>
          <p:nvPr>
            <p:ph type="dt" sz="half" idx="10"/>
          </p:nvPr>
        </p:nvSpPr>
        <p:spPr/>
        <p:txBody>
          <a:bodyPr/>
          <a:lstStyle>
            <a:lvl1pPr>
              <a:defRPr smtClean="0"/>
            </a:lvl1pPr>
            <a:extLst/>
          </a:lstStyle>
          <a:p>
            <a:pPr>
              <a:defRPr/>
            </a:pPr>
            <a:fld id="{190F0DC7-DC3D-438A-8891-B2E22219094B}" type="datetime1">
              <a:rPr lang="en-US" smtClean="0"/>
              <a:t>9/10/2023</a:t>
            </a:fld>
            <a:endParaRPr lang="en-US"/>
          </a:p>
        </p:txBody>
      </p:sp>
      <p:sp>
        <p:nvSpPr>
          <p:cNvPr id="7" name="Footer Placeholder 4"/>
          <p:cNvSpPr>
            <a:spLocks noGrp="1"/>
          </p:cNvSpPr>
          <p:nvPr>
            <p:ph type="ftr" sz="quarter" idx="11"/>
          </p:nvPr>
        </p:nvSpPr>
        <p:spPr/>
        <p:txBody>
          <a:bodyPr/>
          <a:lstStyle>
            <a:lvl1pPr>
              <a:defRPr smtClean="0"/>
            </a:lvl1pPr>
            <a:extLst/>
          </a:lstStyle>
          <a:p>
            <a:pPr>
              <a:defRPr/>
            </a:pPr>
            <a:r>
              <a:rPr lang="en-US"/>
              <a:t>©1992-2017 by Pearson Education, Inc. All Rights Reserved.</a:t>
            </a:r>
          </a:p>
        </p:txBody>
      </p:sp>
      <p:sp>
        <p:nvSpPr>
          <p:cNvPr id="8" name="Slide Number Placeholder 5"/>
          <p:cNvSpPr>
            <a:spLocks noGrp="1"/>
          </p:cNvSpPr>
          <p:nvPr>
            <p:ph type="sldNum" sz="quarter" idx="12"/>
          </p:nvPr>
        </p:nvSpPr>
        <p:spPr/>
        <p:txBody>
          <a:bodyPr/>
          <a:lstStyle>
            <a:lvl1pPr>
              <a:defRPr/>
            </a:lvl1pPr>
          </a:lstStyle>
          <a:p>
            <a:fld id="{4DD48AE9-C63C-435E-9693-4485E805639F}" type="slidenum">
              <a:rPr lang="en-US" altLang="en-US"/>
              <a:pPr/>
              <a:t>‹#›</a:t>
            </a:fld>
            <a:endParaRPr lang="en-US" altLang="en-US"/>
          </a:p>
        </p:txBody>
      </p:sp>
    </p:spTree>
    <p:extLst>
      <p:ext uri="{BB962C8B-B14F-4D97-AF65-F5344CB8AC3E}">
        <p14:creationId xmlns:p14="http://schemas.microsoft.com/office/powerpoint/2010/main" val="392521186"/>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7"/>
          <p:cNvSpPr>
            <a:spLocks noGrp="1"/>
          </p:cNvSpPr>
          <p:nvPr>
            <p:ph type="title"/>
          </p:nvPr>
        </p:nvSpPr>
        <p:spPr/>
        <p:txBody>
          <a:bodyPr rtlCol="0"/>
          <a:lstStyle/>
          <a:p>
            <a:r>
              <a:rPr lang="en-US"/>
              <a:t>Click to edit Master title style</a:t>
            </a:r>
          </a:p>
        </p:txBody>
      </p:sp>
      <p:sp>
        <p:nvSpPr>
          <p:cNvPr id="5" name="Date Placeholder 4"/>
          <p:cNvSpPr>
            <a:spLocks noGrp="1"/>
          </p:cNvSpPr>
          <p:nvPr>
            <p:ph type="dt" sz="half" idx="10"/>
          </p:nvPr>
        </p:nvSpPr>
        <p:spPr/>
        <p:txBody>
          <a:bodyPr/>
          <a:lstStyle>
            <a:lvl1pPr>
              <a:defRPr smtClean="0"/>
            </a:lvl1pPr>
            <a:extLst/>
          </a:lstStyle>
          <a:p>
            <a:pPr>
              <a:defRPr/>
            </a:pPr>
            <a:fld id="{C23AD2A9-D4AB-4E35-AE53-BE0768F1D92C}" type="datetime1">
              <a:rPr lang="en-US" smtClean="0"/>
              <a:t>9/10/2023</a:t>
            </a:fld>
            <a:endParaRPr lang="en-US"/>
          </a:p>
        </p:txBody>
      </p:sp>
      <p:sp>
        <p:nvSpPr>
          <p:cNvPr id="6" name="Footer Placeholder 5"/>
          <p:cNvSpPr>
            <a:spLocks noGrp="1"/>
          </p:cNvSpPr>
          <p:nvPr>
            <p:ph type="ftr" sz="quarter" idx="11"/>
          </p:nvPr>
        </p:nvSpPr>
        <p:spPr/>
        <p:txBody>
          <a:bodyPr/>
          <a:lstStyle>
            <a:lvl1pPr>
              <a:defRPr smtClean="0"/>
            </a:lvl1pPr>
            <a:extLst/>
          </a:lstStyle>
          <a:p>
            <a:pPr>
              <a:defRPr/>
            </a:pPr>
            <a:r>
              <a:rPr lang="en-US"/>
              <a:t>©1992-2017 by Pearson Education, Inc. All Rights Reserved.</a:t>
            </a:r>
          </a:p>
        </p:txBody>
      </p:sp>
      <p:sp>
        <p:nvSpPr>
          <p:cNvPr id="7" name="Slide Number Placeholder 6"/>
          <p:cNvSpPr>
            <a:spLocks noGrp="1"/>
          </p:cNvSpPr>
          <p:nvPr>
            <p:ph type="sldNum" sz="quarter" idx="12"/>
          </p:nvPr>
        </p:nvSpPr>
        <p:spPr/>
        <p:txBody>
          <a:bodyPr/>
          <a:lstStyle>
            <a:lvl1pPr>
              <a:defRPr/>
            </a:lvl1pPr>
          </a:lstStyle>
          <a:p>
            <a:fld id="{AD09249B-A83E-4340-86C6-B8BA09469366}" type="slidenum">
              <a:rPr lang="en-US" altLang="en-US"/>
              <a:pPr/>
              <a:t>‹#›</a:t>
            </a:fld>
            <a:endParaRPr lang="en-US" altLang="en-US"/>
          </a:p>
        </p:txBody>
      </p:sp>
    </p:spTree>
    <p:extLst>
      <p:ext uri="{BB962C8B-B14F-4D97-AF65-F5344CB8AC3E}">
        <p14:creationId xmlns:p14="http://schemas.microsoft.com/office/powerpoint/2010/main" val="3461558919"/>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lstStyle>
            <a:lvl1pPr>
              <a:defRPr/>
            </a:lvl1pPr>
            <a:extLst/>
          </a:lstStyle>
          <a:p>
            <a:r>
              <a:rPr lang="en-US"/>
              <a:t>Click to edit Master title style</a:t>
            </a:r>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smtClean="0"/>
            </a:lvl1pPr>
            <a:extLst/>
          </a:lstStyle>
          <a:p>
            <a:pPr>
              <a:defRPr/>
            </a:pPr>
            <a:fld id="{1AFE3EDB-D294-4125-9635-5AB0DC78280D}" type="datetime1">
              <a:rPr lang="en-US" smtClean="0"/>
              <a:t>9/10/2023</a:t>
            </a:fld>
            <a:endParaRPr lang="en-US"/>
          </a:p>
        </p:txBody>
      </p:sp>
      <p:sp>
        <p:nvSpPr>
          <p:cNvPr id="8" name="Footer Placeholder 7"/>
          <p:cNvSpPr>
            <a:spLocks noGrp="1"/>
          </p:cNvSpPr>
          <p:nvPr>
            <p:ph type="ftr" sz="quarter" idx="11"/>
          </p:nvPr>
        </p:nvSpPr>
        <p:spPr/>
        <p:txBody>
          <a:bodyPr/>
          <a:lstStyle>
            <a:lvl1pPr>
              <a:defRPr smtClean="0"/>
            </a:lvl1pPr>
            <a:extLst/>
          </a:lstStyle>
          <a:p>
            <a:pPr>
              <a:defRPr/>
            </a:pPr>
            <a:r>
              <a:rPr lang="en-US"/>
              <a:t>©1992-2017 by Pearson Education, Inc. All Rights Reserved.</a:t>
            </a:r>
          </a:p>
        </p:txBody>
      </p:sp>
      <p:sp>
        <p:nvSpPr>
          <p:cNvPr id="9" name="Slide Number Placeholder 8"/>
          <p:cNvSpPr>
            <a:spLocks noGrp="1"/>
          </p:cNvSpPr>
          <p:nvPr>
            <p:ph type="sldNum" sz="quarter" idx="12"/>
          </p:nvPr>
        </p:nvSpPr>
        <p:spPr/>
        <p:txBody>
          <a:bodyPr/>
          <a:lstStyle>
            <a:lvl1pPr>
              <a:defRPr/>
            </a:lvl1pPr>
          </a:lstStyle>
          <a:p>
            <a:fld id="{7A0563A5-F9E7-4072-B51F-885CBEE84A96}" type="slidenum">
              <a:rPr lang="en-US" altLang="en-US"/>
              <a:pPr/>
              <a:t>‹#›</a:t>
            </a:fld>
            <a:endParaRPr lang="en-US" altLang="en-US"/>
          </a:p>
        </p:txBody>
      </p:sp>
    </p:spTree>
    <p:extLst>
      <p:ext uri="{BB962C8B-B14F-4D97-AF65-F5344CB8AC3E}">
        <p14:creationId xmlns:p14="http://schemas.microsoft.com/office/powerpoint/2010/main" val="387860961"/>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p:txBody>
          <a:bodyPr rtlCol="0"/>
          <a:lstStyle/>
          <a:p>
            <a:r>
              <a:rPr lang="en-US"/>
              <a:t>Click to edit Master title style</a:t>
            </a:r>
          </a:p>
        </p:txBody>
      </p:sp>
      <p:sp>
        <p:nvSpPr>
          <p:cNvPr id="3" name="Date Placeholder 2"/>
          <p:cNvSpPr>
            <a:spLocks noGrp="1"/>
          </p:cNvSpPr>
          <p:nvPr>
            <p:ph type="dt" sz="half" idx="10"/>
          </p:nvPr>
        </p:nvSpPr>
        <p:spPr/>
        <p:txBody>
          <a:bodyPr/>
          <a:lstStyle>
            <a:lvl1pPr>
              <a:defRPr smtClean="0"/>
            </a:lvl1pPr>
            <a:extLst/>
          </a:lstStyle>
          <a:p>
            <a:pPr>
              <a:defRPr/>
            </a:pPr>
            <a:fld id="{99B0E107-2C01-418F-B6A8-5CEFF223001D}" type="datetime1">
              <a:rPr lang="en-US" smtClean="0"/>
              <a:t>9/10/2023</a:t>
            </a:fld>
            <a:endParaRPr lang="en-US"/>
          </a:p>
        </p:txBody>
      </p:sp>
      <p:sp>
        <p:nvSpPr>
          <p:cNvPr id="4" name="Footer Placeholder 3"/>
          <p:cNvSpPr>
            <a:spLocks noGrp="1"/>
          </p:cNvSpPr>
          <p:nvPr>
            <p:ph type="ftr" sz="quarter" idx="11"/>
          </p:nvPr>
        </p:nvSpPr>
        <p:spPr/>
        <p:txBody>
          <a:bodyPr/>
          <a:lstStyle>
            <a:lvl1pPr>
              <a:defRPr smtClean="0"/>
            </a:lvl1pPr>
            <a:extLst/>
          </a:lstStyle>
          <a:p>
            <a:pPr>
              <a:defRPr/>
            </a:pPr>
            <a:r>
              <a:rPr lang="en-US"/>
              <a:t>©1992-2017 by Pearson Education, Inc. All Rights Reserved.</a:t>
            </a:r>
          </a:p>
        </p:txBody>
      </p:sp>
      <p:sp>
        <p:nvSpPr>
          <p:cNvPr id="5" name="Slide Number Placeholder 4"/>
          <p:cNvSpPr>
            <a:spLocks noGrp="1"/>
          </p:cNvSpPr>
          <p:nvPr>
            <p:ph type="sldNum" sz="quarter" idx="12"/>
          </p:nvPr>
        </p:nvSpPr>
        <p:spPr/>
        <p:txBody>
          <a:bodyPr/>
          <a:lstStyle>
            <a:lvl1pPr>
              <a:defRPr/>
            </a:lvl1pPr>
          </a:lstStyle>
          <a:p>
            <a:fld id="{D6F97526-3E06-480D-943E-076ADCEB583B}" type="slidenum">
              <a:rPr lang="en-US" altLang="en-US"/>
              <a:pPr/>
              <a:t>‹#›</a:t>
            </a:fld>
            <a:endParaRPr lang="en-US" altLang="en-US"/>
          </a:p>
        </p:txBody>
      </p:sp>
    </p:spTree>
    <p:extLst>
      <p:ext uri="{BB962C8B-B14F-4D97-AF65-F5344CB8AC3E}">
        <p14:creationId xmlns:p14="http://schemas.microsoft.com/office/powerpoint/2010/main" val="1998413464"/>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bg>
      <p:bgRef idx="1001">
        <a:schemeClr val="bg1"/>
      </p:bgRef>
    </p:bg>
    <p:spTree>
      <p:nvGrpSpPr>
        <p:cNvPr id="1" name=""/>
        <p:cNvGrpSpPr/>
        <p:nvPr/>
      </p:nvGrpSpPr>
      <p:grpSpPr>
        <a:xfrm>
          <a:off x="0" y="0"/>
          <a:ext cx="0" cy="0"/>
          <a:chOff x="0" y="0"/>
          <a:chExt cx="0" cy="0"/>
        </a:xfrm>
      </p:grpSpPr>
      <p:sp>
        <p:nvSpPr>
          <p:cNvPr id="3" name="Footer Placeholder 21"/>
          <p:cNvSpPr>
            <a:spLocks noGrp="1"/>
          </p:cNvSpPr>
          <p:nvPr>
            <p:ph type="ftr" sz="quarter" idx="11"/>
          </p:nvPr>
        </p:nvSpPr>
        <p:spPr>
          <a:xfrm>
            <a:off x="3962399" y="6408738"/>
            <a:ext cx="4684713" cy="365125"/>
          </a:xfrm>
        </p:spPr>
        <p:txBody>
          <a:bodyPr/>
          <a:lstStyle>
            <a:lvl1pPr>
              <a:defRPr/>
            </a:lvl1pPr>
          </a:lstStyle>
          <a:p>
            <a:pPr>
              <a:defRPr/>
            </a:pPr>
            <a:r>
              <a:rPr lang="en-US" dirty="0"/>
              <a:t>©1992-2017 by Person Education, Inc. All Rights Reserved.</a:t>
            </a:r>
          </a:p>
        </p:txBody>
      </p:sp>
      <p:sp>
        <p:nvSpPr>
          <p:cNvPr id="4" name="Slide Number Placeholder 17"/>
          <p:cNvSpPr>
            <a:spLocks noGrp="1"/>
          </p:cNvSpPr>
          <p:nvPr>
            <p:ph type="sldNum" sz="quarter" idx="12"/>
          </p:nvPr>
        </p:nvSpPr>
        <p:spPr/>
        <p:txBody>
          <a:bodyPr/>
          <a:lstStyle>
            <a:lvl1pPr>
              <a:defRPr/>
            </a:lvl1pPr>
          </a:lstStyle>
          <a:p>
            <a:fld id="{D00BD673-929D-41AE-A817-3DEE346E57C0}" type="slidenum">
              <a:rPr lang="en-US" altLang="en-US" smtClean="0"/>
              <a:pPr/>
              <a:t>‹#›</a:t>
            </a:fld>
            <a:endParaRPr lang="en-US" altLang="en-US" dirty="0"/>
          </a:p>
        </p:txBody>
      </p:sp>
      <p:sp>
        <p:nvSpPr>
          <p:cNvPr id="5" name="Date Placeholder 4">
            <a:extLst>
              <a:ext uri="{FF2B5EF4-FFF2-40B4-BE49-F238E27FC236}">
                <a16:creationId xmlns:a16="http://schemas.microsoft.com/office/drawing/2014/main" xmlns="" id="{8259D096-640E-BC47-B618-021DEF70AB15}"/>
              </a:ext>
            </a:extLst>
          </p:cNvPr>
          <p:cNvSpPr>
            <a:spLocks noGrp="1"/>
          </p:cNvSpPr>
          <p:nvPr>
            <p:ph type="dt" sz="half" idx="13"/>
          </p:nvPr>
        </p:nvSpPr>
        <p:spPr/>
        <p:txBody>
          <a:bodyPr/>
          <a:lstStyle/>
          <a:p>
            <a:pPr>
              <a:defRPr/>
            </a:pPr>
            <a:fld id="{63647285-9B29-4EF5-ABFF-478AA3098F74}" type="datetime1">
              <a:rPr lang="en-US" smtClean="0"/>
              <a:t>9/10/2023</a:t>
            </a:fld>
            <a:endParaRPr lang="en-US"/>
          </a:p>
        </p:txBody>
      </p:sp>
    </p:spTree>
    <p:extLst>
      <p:ext uri="{BB962C8B-B14F-4D97-AF65-F5344CB8AC3E}">
        <p14:creationId xmlns:p14="http://schemas.microsoft.com/office/powerpoint/2010/main" val="765418412"/>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anchor="t">
            <a:noAutofit/>
            <a:sp3d prstMaterial="softEdge">
              <a:bevelT w="0" h="0"/>
            </a:sp3d>
          </a:bodyPr>
          <a:lstStyle>
            <a:lvl1pPr algn="r">
              <a:buNone/>
              <a:defRPr sz="2500" b="0">
                <a:solidFill>
                  <a:schemeClr val="accent1"/>
                </a:solidFill>
                <a:effectLst/>
              </a:defRPr>
            </a:lvl1pPr>
            <a:extLst/>
          </a:lstStyle>
          <a:p>
            <a:r>
              <a:rPr lang="en-US"/>
              <a:t>Click to edit Master title style</a:t>
            </a:r>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a:r>
              <a:rPr lang="en-US"/>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lvl1pPr>
              <a:defRPr smtClean="0"/>
            </a:lvl1pPr>
            <a:extLst/>
          </a:lstStyle>
          <a:p>
            <a:pPr>
              <a:defRPr/>
            </a:pPr>
            <a:fld id="{3F5E0396-20B6-4D6F-994C-4A870A2EE812}" type="datetime1">
              <a:rPr lang="en-US" smtClean="0"/>
              <a:t>9/10/2023</a:t>
            </a:fld>
            <a:endParaRPr lang="en-US"/>
          </a:p>
        </p:txBody>
      </p:sp>
      <p:sp>
        <p:nvSpPr>
          <p:cNvPr id="6" name="Footer Placeholder 5"/>
          <p:cNvSpPr>
            <a:spLocks noGrp="1"/>
          </p:cNvSpPr>
          <p:nvPr>
            <p:ph type="ftr" sz="quarter" idx="11"/>
          </p:nvPr>
        </p:nvSpPr>
        <p:spPr/>
        <p:txBody>
          <a:bodyPr/>
          <a:lstStyle>
            <a:lvl1pPr>
              <a:defRPr smtClean="0"/>
            </a:lvl1pPr>
            <a:extLst/>
          </a:lstStyle>
          <a:p>
            <a:pPr>
              <a:defRPr/>
            </a:pPr>
            <a:r>
              <a:rPr lang="en-US"/>
              <a:t>©1992-2017 by Pearson Education, Inc. All Rights Reserved.</a:t>
            </a:r>
          </a:p>
        </p:txBody>
      </p:sp>
      <p:sp>
        <p:nvSpPr>
          <p:cNvPr id="7" name="Slide Number Placeholder 6"/>
          <p:cNvSpPr>
            <a:spLocks noGrp="1"/>
          </p:cNvSpPr>
          <p:nvPr>
            <p:ph type="sldNum" sz="quarter" idx="12"/>
          </p:nvPr>
        </p:nvSpPr>
        <p:spPr/>
        <p:txBody>
          <a:bodyPr/>
          <a:lstStyle>
            <a:lvl1pPr>
              <a:defRPr/>
            </a:lvl1pPr>
          </a:lstStyle>
          <a:p>
            <a:fld id="{8EC6B762-89FE-4E24-93C7-69173081FEA3}" type="slidenum">
              <a:rPr lang="en-US" altLang="en-US"/>
              <a:pPr/>
              <a:t>‹#›</a:t>
            </a:fld>
            <a:endParaRPr lang="en-US" altLang="en-US"/>
          </a:p>
        </p:txBody>
      </p:sp>
    </p:spTree>
    <p:extLst>
      <p:ext uri="{BB962C8B-B14F-4D97-AF65-F5344CB8AC3E}">
        <p14:creationId xmlns:p14="http://schemas.microsoft.com/office/powerpoint/2010/main" val="3224234602"/>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5" name="Freeform 4"/>
          <p:cNvSpPr>
            <a:spLocks/>
          </p:cNvSpPr>
          <p:nvPr/>
        </p:nvSpPr>
        <p:spPr bwMode="auto">
          <a:xfrm>
            <a:off x="500063" y="5945188"/>
            <a:ext cx="4940300" cy="9207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a:latin typeface="+mn-lt"/>
              <a:cs typeface="+mn-cs"/>
            </a:endParaRPr>
          </a:p>
        </p:txBody>
      </p:sp>
      <p:sp>
        <p:nvSpPr>
          <p:cNvPr id="6" name="Freeform 18"/>
          <p:cNvSpPr>
            <a:spLocks/>
          </p:cNvSpPr>
          <p:nvPr/>
        </p:nvSpPr>
        <p:spPr bwMode="auto">
          <a:xfrm>
            <a:off x="485775" y="5938838"/>
            <a:ext cx="3690938" cy="933450"/>
          </a:xfrm>
          <a:custGeom>
            <a:avLst/>
            <a:gdLst>
              <a:gd name="T0" fmla="*/ 0 w 5591"/>
              <a:gd name="T1" fmla="*/ 0 h 588"/>
              <a:gd name="T2" fmla="*/ 3802505 w 5591"/>
              <a:gd name="T3" fmla="*/ 0 h 588"/>
              <a:gd name="T4" fmla="*/ 3802505 w 5591"/>
              <a:gd name="T5" fmla="*/ 838200 h 588"/>
              <a:gd name="T6" fmla="*/ 31688 w 5591"/>
              <a:gd name="T7" fmla="*/ 0 h 588"/>
              <a:gd name="T8" fmla="*/ 0 60000 65536"/>
              <a:gd name="T9" fmla="*/ 0 60000 65536"/>
              <a:gd name="T10" fmla="*/ 0 60000 65536"/>
              <a:gd name="T11" fmla="*/ 0 60000 65536"/>
              <a:gd name="T12" fmla="*/ 0 w 5591"/>
              <a:gd name="T13" fmla="*/ 0 h 588"/>
              <a:gd name="T14" fmla="*/ 5591 w 5591"/>
              <a:gd name="T15" fmla="*/ 588 h 588"/>
            </a:gdLst>
            <a:ahLst/>
            <a:cxnLst>
              <a:cxn ang="T8">
                <a:pos x="T0" y="T1"/>
              </a:cxn>
              <a:cxn ang="T9">
                <a:pos x="T2" y="T3"/>
              </a:cxn>
              <a:cxn ang="T10">
                <a:pos x="T4" y="T5"/>
              </a:cxn>
              <a:cxn ang="T11">
                <a:pos x="T6" y="T7"/>
              </a:cxn>
            </a:cxnLst>
            <a:rect l="T12" t="T13" r="T14" b="T15"/>
            <a:pathLst>
              <a:path w="5591" h="588">
                <a:moveTo>
                  <a:pt x="0" y="0"/>
                </a:moveTo>
                <a:lnTo>
                  <a:pt x="5591" y="585"/>
                </a:lnTo>
                <a:lnTo>
                  <a:pt x="4415" y="588"/>
                </a:lnTo>
                <a:lnTo>
                  <a:pt x="12" y="4"/>
                </a:lnTo>
              </a:path>
            </a:pathLst>
          </a:custGeom>
          <a:solidFill>
            <a:srgbClr val="000000"/>
          </a:solidFill>
          <a:ln>
            <a:noFill/>
          </a:ln>
          <a:extLs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Lst>
        </p:spPr>
        <p:txBody>
          <a:bodyPr/>
          <a:lstStyle/>
          <a:p>
            <a:endParaRPr lang="en-US"/>
          </a:p>
        </p:txBody>
      </p:sp>
      <p:sp>
        <p:nvSpPr>
          <p:cNvPr id="7" name="Right Triangle 6"/>
          <p:cNvSpPr>
            <a:spLocks/>
          </p:cNvSpPr>
          <p:nvPr/>
        </p:nvSpPr>
        <p:spPr bwMode="auto">
          <a:xfrm>
            <a:off x="-6042" y="5791253"/>
            <a:ext cx="3402314" cy="1080868"/>
          </a:xfrm>
          <a:prstGeom prst="rtTriangle">
            <a:avLst/>
          </a:prstGeom>
          <a:blipFill>
            <a:blip r:embed="rId4"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8" name="Straight Connector 7"/>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Chevron 8"/>
          <p:cNvSpPr/>
          <p:nvPr/>
        </p:nvSpPr>
        <p:spPr>
          <a:xfrm>
            <a:off x="8664575" y="4987925"/>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fontAlgn="auto">
              <a:spcBef>
                <a:spcPts val="0"/>
              </a:spcBef>
              <a:spcAft>
                <a:spcPts val="0"/>
              </a:spcAft>
              <a:defRPr/>
            </a:pPr>
            <a:endParaRPr lang="en-US"/>
          </a:p>
        </p:txBody>
      </p:sp>
      <p:sp>
        <p:nvSpPr>
          <p:cNvPr id="10" name="Chevron 9"/>
          <p:cNvSpPr/>
          <p:nvPr/>
        </p:nvSpPr>
        <p:spPr>
          <a:xfrm>
            <a:off x="8477250" y="4987925"/>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fontAlgn="auto">
              <a:spcBef>
                <a:spcPts val="0"/>
              </a:spcBef>
              <a:spcAft>
                <a:spcPts val="0"/>
              </a:spcAft>
              <a:defRPr/>
            </a:pPr>
            <a:endParaRPr lang="en-US"/>
          </a:p>
        </p:txBody>
      </p:sp>
      <p:sp>
        <p:nvSpPr>
          <p:cNvPr id="4" name="Text Placeholder 3"/>
          <p:cNvSpPr>
            <a:spLocks noGrp="1"/>
          </p:cNvSpPr>
          <p:nvPr>
            <p:ph type="body" sz="half" idx="2"/>
          </p:nvPr>
        </p:nvSpPr>
        <p:spPr>
          <a:xfrm>
            <a:off x="1141232" y="5443402"/>
            <a:ext cx="7162800" cy="648232"/>
          </a:xfrm>
          <a:noFill/>
        </p:spPr>
        <p:txBody>
          <a:bodyPr tIns="0"/>
          <a:lstStyle>
            <a:lvl1pPr marL="0" marR="18288" indent="0" algn="r">
              <a:buNone/>
              <a:defRPr sz="1400"/>
            </a:lvl1pPr>
            <a:lvl2pPr>
              <a:defRPr sz="1200"/>
            </a:lvl2pPr>
            <a:lvl3pPr>
              <a:defRPr sz="1000"/>
            </a:lvl3pPr>
            <a:lvl4pPr>
              <a:defRPr sz="900"/>
            </a:lvl4pPr>
            <a:lvl5pPr>
              <a:defRPr sz="900"/>
            </a:lvl5pPr>
            <a:extLst/>
          </a:lstStyle>
          <a:p>
            <a:pPr lvl="0"/>
            <a:r>
              <a:rPr lang="en-US"/>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normAutofit/>
          </a:bodyPr>
          <a:lstStyle>
            <a:lvl1pPr marL="0" indent="0">
              <a:buNone/>
              <a:defRPr sz="3200"/>
            </a:lvl1pPr>
            <a:extLst/>
          </a:lstStyle>
          <a:p>
            <a:pPr lvl="0"/>
            <a:r>
              <a:rPr lang="en-US" noProof="0"/>
              <a:t>Click icon to add picture</a:t>
            </a:r>
            <a:endParaRPr lang="en-US" noProof="0" dirty="0"/>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lang="en-US"/>
              <a:t>Click to edit Master title style</a:t>
            </a:r>
          </a:p>
        </p:txBody>
      </p:sp>
      <p:sp>
        <p:nvSpPr>
          <p:cNvPr id="11" name="Date Placeholder 4"/>
          <p:cNvSpPr>
            <a:spLocks noGrp="1"/>
          </p:cNvSpPr>
          <p:nvPr>
            <p:ph type="dt" sz="half" idx="10"/>
          </p:nvPr>
        </p:nvSpPr>
        <p:spPr/>
        <p:txBody>
          <a:bodyPr/>
          <a:lstStyle>
            <a:lvl1pPr>
              <a:defRPr smtClean="0">
                <a:solidFill>
                  <a:schemeClr val="tx1"/>
                </a:solidFill>
              </a:defRPr>
            </a:lvl1pPr>
            <a:extLst/>
          </a:lstStyle>
          <a:p>
            <a:pPr>
              <a:defRPr/>
            </a:pPr>
            <a:fld id="{A8FC1E7C-E7E7-4548-99A2-E2163288B9A2}" type="datetime1">
              <a:rPr lang="en-US" smtClean="0"/>
              <a:t>9/10/2023</a:t>
            </a:fld>
            <a:endParaRPr lang="en-US"/>
          </a:p>
        </p:txBody>
      </p:sp>
      <p:sp>
        <p:nvSpPr>
          <p:cNvPr id="12" name="Footer Placeholder 5"/>
          <p:cNvSpPr>
            <a:spLocks noGrp="1"/>
          </p:cNvSpPr>
          <p:nvPr>
            <p:ph type="ftr" sz="quarter" idx="11"/>
          </p:nvPr>
        </p:nvSpPr>
        <p:spPr>
          <a:xfrm>
            <a:off x="4379913" y="6408738"/>
            <a:ext cx="2351087" cy="365125"/>
          </a:xfrm>
        </p:spPr>
        <p:txBody>
          <a:bodyPr/>
          <a:lstStyle>
            <a:lvl1pPr>
              <a:defRPr smtClean="0">
                <a:solidFill>
                  <a:schemeClr val="tx1"/>
                </a:solidFill>
              </a:defRPr>
            </a:lvl1pPr>
            <a:extLst/>
          </a:lstStyle>
          <a:p>
            <a:pPr>
              <a:defRPr/>
            </a:pPr>
            <a:r>
              <a:rPr lang="en-US"/>
              <a:t>©1992-2017 by Pearson Education, Inc. All Rights Reserved.</a:t>
            </a:r>
          </a:p>
        </p:txBody>
      </p:sp>
      <p:sp>
        <p:nvSpPr>
          <p:cNvPr id="13" name="Slide Number Placeholder 6"/>
          <p:cNvSpPr>
            <a:spLocks noGrp="1"/>
          </p:cNvSpPr>
          <p:nvPr>
            <p:ph type="sldNum" sz="quarter" idx="12"/>
          </p:nvPr>
        </p:nvSpPr>
        <p:spPr/>
        <p:txBody>
          <a:bodyPr/>
          <a:lstStyle>
            <a:lvl1pPr>
              <a:defRPr/>
            </a:lvl1pPr>
          </a:lstStyle>
          <a:p>
            <a:fld id="{F1ADB170-CF6E-44F9-9F20-91913BCD0CCA}" type="slidenum">
              <a:rPr lang="en-US" altLang="en-US"/>
              <a:pPr/>
              <a:t>‹#›</a:t>
            </a:fld>
            <a:endParaRPr lang="en-US" altLang="en-US"/>
          </a:p>
        </p:txBody>
      </p:sp>
    </p:spTree>
    <p:extLst>
      <p:ext uri="{BB962C8B-B14F-4D97-AF65-F5344CB8AC3E}">
        <p14:creationId xmlns:p14="http://schemas.microsoft.com/office/powerpoint/2010/main" val="725286046"/>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457200" y="1481329"/>
            <a:ext cx="8229600" cy="438607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fld id="{CBF391EC-9AFF-4233-B854-13984AAEE0B0}" type="datetime1">
              <a:rPr lang="en-US" smtClean="0"/>
              <a:t>9/10/2023</a:t>
            </a:fld>
            <a:endParaRPr lang="en-US"/>
          </a:p>
        </p:txBody>
      </p:sp>
      <p:sp>
        <p:nvSpPr>
          <p:cNvPr id="5" name="Footer Placeholder 21"/>
          <p:cNvSpPr>
            <a:spLocks noGrp="1"/>
          </p:cNvSpPr>
          <p:nvPr>
            <p:ph type="ftr" sz="quarter" idx="11"/>
          </p:nvPr>
        </p:nvSpPr>
        <p:spPr/>
        <p:txBody>
          <a:bodyPr/>
          <a:lstStyle>
            <a:lvl1pPr>
              <a:defRPr/>
            </a:lvl1pPr>
          </a:lstStyle>
          <a:p>
            <a:pPr>
              <a:defRPr/>
            </a:pPr>
            <a:r>
              <a:rPr lang="en-US"/>
              <a:t>©1992-2017 by Pearson Education, Inc. All Rights Reserved.</a:t>
            </a:r>
          </a:p>
        </p:txBody>
      </p:sp>
      <p:sp>
        <p:nvSpPr>
          <p:cNvPr id="6" name="Slide Number Placeholder 17"/>
          <p:cNvSpPr>
            <a:spLocks noGrp="1"/>
          </p:cNvSpPr>
          <p:nvPr>
            <p:ph type="sldNum" sz="quarter" idx="12"/>
          </p:nvPr>
        </p:nvSpPr>
        <p:spPr/>
        <p:txBody>
          <a:bodyPr/>
          <a:lstStyle>
            <a:lvl1pPr>
              <a:defRPr/>
            </a:lvl1pPr>
          </a:lstStyle>
          <a:p>
            <a:fld id="{5E48B6C8-58C5-4ACA-A5CD-4A7443C865FF}" type="slidenum">
              <a:rPr lang="en-US" altLang="en-US"/>
              <a:pPr/>
              <a:t>‹#›</a:t>
            </a:fld>
            <a:endParaRPr lang="en-US" altLang="en-US"/>
          </a:p>
        </p:txBody>
      </p:sp>
    </p:spTree>
    <p:extLst>
      <p:ext uri="{BB962C8B-B14F-4D97-AF65-F5344CB8AC3E}">
        <p14:creationId xmlns:p14="http://schemas.microsoft.com/office/powerpoint/2010/main" val="12016348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41"/>
            <a:ext cx="6324600" cy="559276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fld id="{32DC41D0-DFB0-40A2-ADE5-8468FA509FC5}" type="datetime1">
              <a:rPr lang="en-US" smtClean="0"/>
              <a:t>9/10/2023</a:t>
            </a:fld>
            <a:endParaRPr lang="en-US"/>
          </a:p>
        </p:txBody>
      </p:sp>
      <p:sp>
        <p:nvSpPr>
          <p:cNvPr id="5" name="Footer Placeholder 21"/>
          <p:cNvSpPr>
            <a:spLocks noGrp="1"/>
          </p:cNvSpPr>
          <p:nvPr>
            <p:ph type="ftr" sz="quarter" idx="11"/>
          </p:nvPr>
        </p:nvSpPr>
        <p:spPr/>
        <p:txBody>
          <a:bodyPr/>
          <a:lstStyle>
            <a:lvl1pPr>
              <a:defRPr/>
            </a:lvl1pPr>
          </a:lstStyle>
          <a:p>
            <a:pPr>
              <a:defRPr/>
            </a:pPr>
            <a:r>
              <a:rPr lang="en-US"/>
              <a:t>©1992-2017 by Pearson Education, Inc. All Rights Reserved.</a:t>
            </a:r>
          </a:p>
        </p:txBody>
      </p:sp>
      <p:sp>
        <p:nvSpPr>
          <p:cNvPr id="6" name="Slide Number Placeholder 17"/>
          <p:cNvSpPr>
            <a:spLocks noGrp="1"/>
          </p:cNvSpPr>
          <p:nvPr>
            <p:ph type="sldNum" sz="quarter" idx="12"/>
          </p:nvPr>
        </p:nvSpPr>
        <p:spPr/>
        <p:txBody>
          <a:bodyPr/>
          <a:lstStyle>
            <a:lvl1pPr>
              <a:defRPr/>
            </a:lvl1pPr>
          </a:lstStyle>
          <a:p>
            <a:fld id="{B3536863-64F3-402C-89D3-210ED8B94FA9}" type="slidenum">
              <a:rPr lang="en-US" altLang="en-US"/>
              <a:pPr/>
              <a:t>‹#›</a:t>
            </a:fld>
            <a:endParaRPr lang="en-US" altLang="en-US"/>
          </a:p>
        </p:txBody>
      </p:sp>
    </p:spTree>
    <p:extLst>
      <p:ext uri="{BB962C8B-B14F-4D97-AF65-F5344CB8AC3E}">
        <p14:creationId xmlns:p14="http://schemas.microsoft.com/office/powerpoint/2010/main" val="4158526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fld id="{BCB25AA0-083D-402F-A881-3BD7F9D479DC}" type="datetime1">
              <a:rPr lang="en-US" smtClean="0"/>
              <a:t>9/10/2023</a:t>
            </a:fld>
            <a:endParaRPr lang="en-US"/>
          </a:p>
        </p:txBody>
      </p:sp>
      <p:sp>
        <p:nvSpPr>
          <p:cNvPr id="5" name="Footer Placeholder 21"/>
          <p:cNvSpPr>
            <a:spLocks noGrp="1"/>
          </p:cNvSpPr>
          <p:nvPr>
            <p:ph type="ftr" sz="quarter" idx="11"/>
          </p:nvPr>
        </p:nvSpPr>
        <p:spPr/>
        <p:txBody>
          <a:bodyPr/>
          <a:lstStyle>
            <a:lvl1pPr>
              <a:defRPr/>
            </a:lvl1pPr>
          </a:lstStyle>
          <a:p>
            <a:pPr>
              <a:defRPr/>
            </a:pPr>
            <a:r>
              <a:rPr lang="en-US"/>
              <a:t>©1992-2017 by Pearson Education, Inc. All Rights Reserved.</a:t>
            </a:r>
          </a:p>
        </p:txBody>
      </p:sp>
      <p:sp>
        <p:nvSpPr>
          <p:cNvPr id="6" name="Slide Number Placeholder 17"/>
          <p:cNvSpPr>
            <a:spLocks noGrp="1"/>
          </p:cNvSpPr>
          <p:nvPr>
            <p:ph type="sldNum" sz="quarter" idx="12"/>
          </p:nvPr>
        </p:nvSpPr>
        <p:spPr/>
        <p:txBody>
          <a:bodyPr/>
          <a:lstStyle>
            <a:lvl1pPr>
              <a:defRPr/>
            </a:lvl1pPr>
          </a:lstStyle>
          <a:p>
            <a:fld id="{81804330-C189-4087-8430-8DEA2E2C7E33}" type="slidenum">
              <a:rPr lang="en-US" altLang="en-US"/>
              <a:pPr/>
              <a:t>‹#›</a:t>
            </a:fld>
            <a:endParaRPr lang="en-US" altLang="en-US"/>
          </a:p>
        </p:txBody>
      </p:sp>
    </p:spTree>
    <p:extLst>
      <p:ext uri="{BB962C8B-B14F-4D97-AF65-F5344CB8AC3E}">
        <p14:creationId xmlns:p14="http://schemas.microsoft.com/office/powerpoint/2010/main" val="13907341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Freeform 12"/>
          <p:cNvSpPr>
            <a:spLocks/>
          </p:cNvSpPr>
          <p:nvPr/>
        </p:nvSpPr>
        <p:spPr bwMode="auto">
          <a:xfrm>
            <a:off x="500063" y="5945188"/>
            <a:ext cx="4940300" cy="9207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a:latin typeface="+mn-lt"/>
              <a:cs typeface="+mn-cs"/>
            </a:endParaRPr>
          </a:p>
        </p:txBody>
      </p:sp>
      <p:sp>
        <p:nvSpPr>
          <p:cNvPr id="1027" name="Freeform 11"/>
          <p:cNvSpPr>
            <a:spLocks/>
          </p:cNvSpPr>
          <p:nvPr/>
        </p:nvSpPr>
        <p:spPr bwMode="auto">
          <a:xfrm>
            <a:off x="485775" y="5938838"/>
            <a:ext cx="3690938" cy="933450"/>
          </a:xfrm>
          <a:custGeom>
            <a:avLst/>
            <a:gdLst>
              <a:gd name="T0" fmla="*/ 0 w 5591"/>
              <a:gd name="T1" fmla="*/ 0 h 588"/>
              <a:gd name="T2" fmla="*/ 3802505 w 5591"/>
              <a:gd name="T3" fmla="*/ 0 h 588"/>
              <a:gd name="T4" fmla="*/ 3802505 w 5591"/>
              <a:gd name="T5" fmla="*/ 838200 h 588"/>
              <a:gd name="T6" fmla="*/ 31688 w 5591"/>
              <a:gd name="T7" fmla="*/ 0 h 588"/>
              <a:gd name="T8" fmla="*/ 0 60000 65536"/>
              <a:gd name="T9" fmla="*/ 0 60000 65536"/>
              <a:gd name="T10" fmla="*/ 0 60000 65536"/>
              <a:gd name="T11" fmla="*/ 0 60000 65536"/>
              <a:gd name="T12" fmla="*/ 0 w 5591"/>
              <a:gd name="T13" fmla="*/ 0 h 588"/>
              <a:gd name="T14" fmla="*/ 5591 w 5591"/>
              <a:gd name="T15" fmla="*/ 588 h 588"/>
            </a:gdLst>
            <a:ahLst/>
            <a:cxnLst>
              <a:cxn ang="T8">
                <a:pos x="T0" y="T1"/>
              </a:cxn>
              <a:cxn ang="T9">
                <a:pos x="T2" y="T3"/>
              </a:cxn>
              <a:cxn ang="T10">
                <a:pos x="T4" y="T5"/>
              </a:cxn>
              <a:cxn ang="T11">
                <a:pos x="T6" y="T7"/>
              </a:cxn>
            </a:cxnLst>
            <a:rect l="T12" t="T13" r="T14" b="T15"/>
            <a:pathLst>
              <a:path w="5591" h="588">
                <a:moveTo>
                  <a:pt x="0" y="0"/>
                </a:moveTo>
                <a:lnTo>
                  <a:pt x="5591" y="585"/>
                </a:lnTo>
                <a:lnTo>
                  <a:pt x="4415" y="588"/>
                </a:lnTo>
                <a:lnTo>
                  <a:pt x="12" y="4"/>
                </a:lnTo>
              </a:path>
            </a:pathLst>
          </a:custGeom>
          <a:solidFill>
            <a:srgbClr val="000000"/>
          </a:solidFill>
          <a:ln>
            <a:noFill/>
          </a:ln>
          <a:extLs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Lst>
        </p:spPr>
        <p:txBody>
          <a:bodyPr/>
          <a:lstStyle/>
          <a:p>
            <a:endParaRPr lang="en-US"/>
          </a:p>
        </p:txBody>
      </p:sp>
      <p:sp>
        <p:nvSpPr>
          <p:cNvPr id="14" name="Right Triangle 13"/>
          <p:cNvSpPr>
            <a:spLocks/>
          </p:cNvSpPr>
          <p:nvPr/>
        </p:nvSpPr>
        <p:spPr bwMode="auto">
          <a:xfrm>
            <a:off x="-6042" y="5791253"/>
            <a:ext cx="3402314" cy="1080868"/>
          </a:xfrm>
          <a:prstGeom prst="rtTriangle">
            <a:avLst/>
          </a:prstGeom>
          <a:blipFill>
            <a:blip r:embed="rId14"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lang="en-US"/>
              <a:t>Click to edit Master title style</a:t>
            </a:r>
          </a:p>
        </p:txBody>
      </p:sp>
      <p:sp>
        <p:nvSpPr>
          <p:cNvPr id="1033" name="Text Placeholder 29"/>
          <p:cNvSpPr>
            <a:spLocks noGrp="1"/>
          </p:cNvSpPr>
          <p:nvPr>
            <p:ph type="body" idx="1"/>
          </p:nvPr>
        </p:nvSpPr>
        <p:spPr bwMode="auto">
          <a:xfrm>
            <a:off x="457200" y="1481138"/>
            <a:ext cx="8229600"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 name="Date Placeholder 9"/>
          <p:cNvSpPr>
            <a:spLocks noGrp="1"/>
          </p:cNvSpPr>
          <p:nvPr>
            <p:ph type="dt" sz="half" idx="2"/>
          </p:nvPr>
        </p:nvSpPr>
        <p:spPr>
          <a:xfrm>
            <a:off x="6727825" y="6408738"/>
            <a:ext cx="1919288" cy="365125"/>
          </a:xfrm>
          <a:prstGeom prst="rect">
            <a:avLst/>
          </a:prstGeom>
        </p:spPr>
        <p:txBody>
          <a:bodyPr vert="horz" anchor="b"/>
          <a:lstStyle>
            <a:lvl1pPr algn="l" eaLnBrk="1" fontAlgn="auto" latinLnBrk="0" hangingPunct="1">
              <a:spcBef>
                <a:spcPts val="0"/>
              </a:spcBef>
              <a:spcAft>
                <a:spcPts val="0"/>
              </a:spcAft>
              <a:defRPr kumimoji="0" sz="1000" smtClean="0">
                <a:solidFill>
                  <a:schemeClr val="tx1"/>
                </a:solidFill>
                <a:latin typeface="+mn-lt"/>
                <a:cs typeface="+mn-cs"/>
              </a:defRPr>
            </a:lvl1pPr>
            <a:extLst/>
          </a:lstStyle>
          <a:p>
            <a:pPr>
              <a:defRPr/>
            </a:pPr>
            <a:fld id="{63647285-9B29-4EF5-ABFF-478AA3098F74}" type="datetime1">
              <a:rPr lang="en-US" smtClean="0"/>
              <a:t>9/10/2023</a:t>
            </a:fld>
            <a:endParaRPr lang="en-US"/>
          </a:p>
        </p:txBody>
      </p:sp>
      <p:sp>
        <p:nvSpPr>
          <p:cNvPr id="22" name="Footer Placeholder 21"/>
          <p:cNvSpPr>
            <a:spLocks noGrp="1"/>
          </p:cNvSpPr>
          <p:nvPr>
            <p:ph type="ftr" sz="quarter" idx="3"/>
          </p:nvPr>
        </p:nvSpPr>
        <p:spPr>
          <a:xfrm>
            <a:off x="3962400" y="6408738"/>
            <a:ext cx="2768600" cy="365125"/>
          </a:xfrm>
          <a:prstGeom prst="rect">
            <a:avLst/>
          </a:prstGeom>
        </p:spPr>
        <p:txBody>
          <a:bodyPr vert="horz" anchor="b"/>
          <a:lstStyle>
            <a:lvl1pPr algn="r" eaLnBrk="1" fontAlgn="auto" latinLnBrk="0" hangingPunct="1">
              <a:spcBef>
                <a:spcPts val="0"/>
              </a:spcBef>
              <a:spcAft>
                <a:spcPts val="0"/>
              </a:spcAft>
              <a:defRPr kumimoji="0" sz="1000" smtClean="0">
                <a:solidFill>
                  <a:schemeClr val="tx1"/>
                </a:solidFill>
                <a:latin typeface="+mn-lt"/>
                <a:cs typeface="+mn-cs"/>
              </a:defRPr>
            </a:lvl1pPr>
            <a:extLst/>
          </a:lstStyle>
          <a:p>
            <a:pPr>
              <a:defRPr/>
            </a:pPr>
            <a:r>
              <a:rPr lang="en-US"/>
              <a:t>©1992-2017 by Pearson Education, Inc. All Rights Reserved.</a:t>
            </a:r>
          </a:p>
        </p:txBody>
      </p:sp>
      <p:sp>
        <p:nvSpPr>
          <p:cNvPr id="18" name="Slide Number Placeholder 17"/>
          <p:cNvSpPr>
            <a:spLocks noGrp="1"/>
          </p:cNvSpPr>
          <p:nvPr>
            <p:ph type="sldNum" sz="quarter" idx="4"/>
          </p:nvPr>
        </p:nvSpPr>
        <p:spPr>
          <a:xfrm>
            <a:off x="8647113" y="6408738"/>
            <a:ext cx="366712" cy="365125"/>
          </a:xfrm>
          <a:prstGeom prst="rect">
            <a:avLst/>
          </a:prstGeom>
        </p:spPr>
        <p:txBody>
          <a:bodyPr vert="horz" wrap="square" lIns="91440" tIns="45720" rIns="91440" bIns="45720" numCol="1" anchor="b" anchorCtr="0" compatLnSpc="1">
            <a:prstTxWarp prst="textNoShape">
              <a:avLst/>
            </a:prstTxWarp>
          </a:bodyPr>
          <a:lstStyle>
            <a:lvl1pPr algn="r">
              <a:defRPr sz="1000">
                <a:latin typeface="Lucida Sans Unicode" panose="020B0602030504020204" pitchFamily="34" charset="0"/>
              </a:defRPr>
            </a:lvl1pPr>
          </a:lstStyle>
          <a:p>
            <a:fld id="{641E2B64-90EE-4CA5-8314-8779BAF3AF26}"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766" r:id="rId1"/>
    <p:sldLayoutId id="2147483767" r:id="rId2"/>
    <p:sldLayoutId id="2147483768" r:id="rId3"/>
    <p:sldLayoutId id="2147483769" r:id="rId4"/>
    <p:sldLayoutId id="2147483770" r:id="rId5"/>
    <p:sldLayoutId id="2147483771" r:id="rId6"/>
    <p:sldLayoutId id="2147483762" r:id="rId7"/>
    <p:sldLayoutId id="2147483772" r:id="rId8"/>
    <p:sldLayoutId id="2147483773" r:id="rId9"/>
    <p:sldLayoutId id="2147483763" r:id="rId10"/>
    <p:sldLayoutId id="2147483764" r:id="rId11"/>
    <p:sldLayoutId id="2147483765" r:id="rId12"/>
  </p:sldLayoutIdLst>
  <p:hf sldNum="0" hdr="0" dt="0"/>
  <p:txStyles>
    <p:titleStyle>
      <a:lvl1pPr algn="l" rtl="0" eaLnBrk="0" fontAlgn="base" hangingPunct="0">
        <a:spcBef>
          <a:spcPct val="0"/>
        </a:spcBef>
        <a:spcAft>
          <a:spcPct val="0"/>
        </a:spcAft>
        <a:defRPr sz="4100" b="1" kern="1200">
          <a:solidFill>
            <a:schemeClr val="tx2"/>
          </a:solidFill>
          <a:effectLst>
            <a:outerShdw blurRad="31750" dist="25400" dir="5400000" algn="tl" rotWithShape="0">
              <a:srgbClr val="000000">
                <a:alpha val="25000"/>
              </a:srgbClr>
            </a:outerShdw>
          </a:effectLst>
          <a:latin typeface="+mj-lt"/>
          <a:ea typeface="+mj-ea"/>
          <a:cs typeface="+mj-cs"/>
        </a:defRPr>
      </a:lvl1pPr>
      <a:lvl2pPr algn="l" rtl="0" eaLnBrk="0" fontAlgn="base" hangingPunct="0">
        <a:spcBef>
          <a:spcPct val="0"/>
        </a:spcBef>
        <a:spcAft>
          <a:spcPct val="0"/>
        </a:spcAft>
        <a:defRPr sz="4100" b="1">
          <a:solidFill>
            <a:schemeClr val="tx2"/>
          </a:solidFill>
          <a:latin typeface="Lucida Sans Unicode" pitchFamily="34" charset="0"/>
        </a:defRPr>
      </a:lvl2pPr>
      <a:lvl3pPr algn="l" rtl="0" eaLnBrk="0" fontAlgn="base" hangingPunct="0">
        <a:spcBef>
          <a:spcPct val="0"/>
        </a:spcBef>
        <a:spcAft>
          <a:spcPct val="0"/>
        </a:spcAft>
        <a:defRPr sz="4100" b="1">
          <a:solidFill>
            <a:schemeClr val="tx2"/>
          </a:solidFill>
          <a:latin typeface="Lucida Sans Unicode" pitchFamily="34" charset="0"/>
        </a:defRPr>
      </a:lvl3pPr>
      <a:lvl4pPr algn="l" rtl="0" eaLnBrk="0" fontAlgn="base" hangingPunct="0">
        <a:spcBef>
          <a:spcPct val="0"/>
        </a:spcBef>
        <a:spcAft>
          <a:spcPct val="0"/>
        </a:spcAft>
        <a:defRPr sz="4100" b="1">
          <a:solidFill>
            <a:schemeClr val="tx2"/>
          </a:solidFill>
          <a:latin typeface="Lucida Sans Unicode" pitchFamily="34" charset="0"/>
        </a:defRPr>
      </a:lvl4pPr>
      <a:lvl5pPr algn="l" rtl="0" eaLnBrk="0" fontAlgn="base" hangingPunct="0">
        <a:spcBef>
          <a:spcPct val="0"/>
        </a:spcBef>
        <a:spcAft>
          <a:spcPct val="0"/>
        </a:spcAft>
        <a:defRPr sz="4100" b="1">
          <a:solidFill>
            <a:schemeClr val="tx2"/>
          </a:solidFill>
          <a:latin typeface="Lucida Sans Unicode" pitchFamily="34" charset="0"/>
        </a:defRPr>
      </a:lvl5pPr>
      <a:lvl6pPr marL="457200" algn="l" rtl="0" fontAlgn="base">
        <a:spcBef>
          <a:spcPct val="0"/>
        </a:spcBef>
        <a:spcAft>
          <a:spcPct val="0"/>
        </a:spcAft>
        <a:defRPr sz="4100" b="1">
          <a:solidFill>
            <a:schemeClr val="tx2"/>
          </a:solidFill>
          <a:latin typeface="Lucida Sans Unicode" pitchFamily="34" charset="0"/>
        </a:defRPr>
      </a:lvl6pPr>
      <a:lvl7pPr marL="914400" algn="l" rtl="0" fontAlgn="base">
        <a:spcBef>
          <a:spcPct val="0"/>
        </a:spcBef>
        <a:spcAft>
          <a:spcPct val="0"/>
        </a:spcAft>
        <a:defRPr sz="4100" b="1">
          <a:solidFill>
            <a:schemeClr val="tx2"/>
          </a:solidFill>
          <a:latin typeface="Lucida Sans Unicode" pitchFamily="34" charset="0"/>
        </a:defRPr>
      </a:lvl7pPr>
      <a:lvl8pPr marL="1371600" algn="l" rtl="0" fontAlgn="base">
        <a:spcBef>
          <a:spcPct val="0"/>
        </a:spcBef>
        <a:spcAft>
          <a:spcPct val="0"/>
        </a:spcAft>
        <a:defRPr sz="4100" b="1">
          <a:solidFill>
            <a:schemeClr val="tx2"/>
          </a:solidFill>
          <a:latin typeface="Lucida Sans Unicode" pitchFamily="34" charset="0"/>
        </a:defRPr>
      </a:lvl8pPr>
      <a:lvl9pPr marL="1828800" algn="l" rtl="0" fontAlgn="base">
        <a:spcBef>
          <a:spcPct val="0"/>
        </a:spcBef>
        <a:spcAft>
          <a:spcPct val="0"/>
        </a:spcAft>
        <a:defRPr sz="4100" b="1">
          <a:solidFill>
            <a:schemeClr val="tx2"/>
          </a:solidFill>
          <a:latin typeface="Lucida Sans Unicode" pitchFamily="34" charset="0"/>
        </a:defRPr>
      </a:lvl9pPr>
      <a:extLst/>
    </p:titleStyle>
    <p:bodyStyle>
      <a:lvl1pPr marL="365125" indent="-255588" algn="l" rtl="0" eaLnBrk="0" fontAlgn="base" hangingPunct="0">
        <a:spcBef>
          <a:spcPts val="400"/>
        </a:spcBef>
        <a:spcAft>
          <a:spcPct val="0"/>
        </a:spcAft>
        <a:buClr>
          <a:schemeClr val="accent1"/>
        </a:buClr>
        <a:buSzPct val="68000"/>
        <a:buFont typeface="Wingdings 3" panose="05040102010807070707" pitchFamily="18" charset="2"/>
        <a:buChar char=""/>
        <a:defRPr sz="2700" kern="1200">
          <a:solidFill>
            <a:schemeClr val="tx1"/>
          </a:solidFill>
          <a:latin typeface="+mn-lt"/>
          <a:ea typeface="+mn-ea"/>
          <a:cs typeface="+mn-cs"/>
        </a:defRPr>
      </a:lvl1pPr>
      <a:lvl2pPr marL="620713" indent="-228600" algn="l" rtl="0" eaLnBrk="0" fontAlgn="base" hangingPunct="0">
        <a:spcBef>
          <a:spcPts val="325"/>
        </a:spcBef>
        <a:spcAft>
          <a:spcPct val="0"/>
        </a:spcAft>
        <a:buClr>
          <a:schemeClr val="accent1"/>
        </a:buClr>
        <a:buFont typeface="Verdana" panose="020B0604030504040204" pitchFamily="34" charset="0"/>
        <a:buChar char="◦"/>
        <a:defRPr sz="2300" kern="1200">
          <a:solidFill>
            <a:schemeClr val="tx1"/>
          </a:solidFill>
          <a:latin typeface="+mn-lt"/>
          <a:ea typeface="+mn-ea"/>
          <a:cs typeface="+mn-cs"/>
        </a:defRPr>
      </a:lvl2pPr>
      <a:lvl3pPr marL="858838" indent="-228600" algn="l" rtl="0" eaLnBrk="0" fontAlgn="base" hangingPunct="0">
        <a:spcBef>
          <a:spcPts val="350"/>
        </a:spcBef>
        <a:spcAft>
          <a:spcPct val="0"/>
        </a:spcAft>
        <a:buClr>
          <a:schemeClr val="accent2"/>
        </a:buClr>
        <a:buSzPct val="100000"/>
        <a:buFont typeface="Wingdings 2" panose="05020102010507070707" pitchFamily="18" charset="2"/>
        <a:buChar char=""/>
        <a:defRPr sz="2100" kern="1200">
          <a:solidFill>
            <a:schemeClr val="tx1"/>
          </a:solidFill>
          <a:latin typeface="+mn-lt"/>
          <a:ea typeface="+mn-ea"/>
          <a:cs typeface="+mn-cs"/>
        </a:defRPr>
      </a:lvl3pPr>
      <a:lvl4pPr marL="1143000" indent="-228600" algn="l" rtl="0" eaLnBrk="0" fontAlgn="base" hangingPunct="0">
        <a:spcBef>
          <a:spcPts val="350"/>
        </a:spcBef>
        <a:spcAft>
          <a:spcPct val="0"/>
        </a:spcAft>
        <a:buClr>
          <a:schemeClr val="accent2"/>
        </a:buClr>
        <a:defRPr sz="1900" kern="1200">
          <a:solidFill>
            <a:schemeClr val="tx1"/>
          </a:solidFill>
          <a:latin typeface="+mn-lt"/>
          <a:ea typeface="+mn-ea"/>
          <a:cs typeface="+mn-cs"/>
        </a:defRPr>
      </a:lvl4pPr>
      <a:lvl5pPr marL="1143000" indent="-228600" algn="l" rtl="0" eaLnBrk="0" fontAlgn="base" hangingPunct="0">
        <a:spcBef>
          <a:spcPts val="350"/>
        </a:spcBef>
        <a:spcAft>
          <a:spcPct val="0"/>
        </a:spcAft>
        <a:buClr>
          <a:schemeClr val="accent2"/>
        </a:buClr>
        <a:defRPr sz="19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9.wmf"/><Relationship Id="rId4" Type="http://schemas.openxmlformats.org/officeDocument/2006/relationships/oleObject" Target="../embeddings/oleObject1.bin"/></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12.wmf"/><Relationship Id="rId4" Type="http://schemas.openxmlformats.org/officeDocument/2006/relationships/oleObject" Target="../embeddings/oleObject2.bin"/></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13.wmf"/><Relationship Id="rId4" Type="http://schemas.openxmlformats.org/officeDocument/2006/relationships/oleObject" Target="../embeddings/oleObject3.bin"/></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3" Type="http://schemas.openxmlformats.org/officeDocument/2006/relationships/hyperlink" Target="http://en.wikipedia.org/wiki/Integer_overflow#Security_ramifications" TargetMode="External"/><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pPr eaLnBrk="1" fontAlgn="auto" hangingPunct="1">
              <a:spcAft>
                <a:spcPts val="0"/>
              </a:spcAft>
              <a:defRPr/>
            </a:pPr>
            <a:r>
              <a:rPr lang="en-US" dirty="0">
                <a:solidFill>
                  <a:srgbClr val="3380E6"/>
                </a:solidFill>
                <a:latin typeface="Cambria" panose="02040503050406030204" pitchFamily="18" charset="0"/>
              </a:rPr>
              <a:t>Algorithm Development and Control Statements: Part 1</a:t>
            </a:r>
          </a:p>
        </p:txBody>
      </p:sp>
      <p:sp>
        <p:nvSpPr>
          <p:cNvPr id="10243" name="Subtitle 3"/>
          <p:cNvSpPr>
            <a:spLocks noGrp="1"/>
          </p:cNvSpPr>
          <p:nvPr>
            <p:ph type="subTitle" idx="1"/>
          </p:nvPr>
        </p:nvSpPr>
        <p:spPr>
          <a:xfrm>
            <a:off x="685800" y="3611563"/>
            <a:ext cx="7772400" cy="1200150"/>
          </a:xfrm>
        </p:spPr>
        <p:txBody>
          <a:bodyPr/>
          <a:lstStyle/>
          <a:p>
            <a:pPr marR="0" eaLnBrk="1" hangingPunct="1"/>
            <a:r>
              <a:rPr lang="en-US" altLang="en-US" smtClean="0"/>
              <a:t>C</a:t>
            </a:r>
            <a:r>
              <a:rPr lang="en-US" altLang="en-US" dirty="0"/>
              <a:t>++ How to Program, 10/e</a:t>
            </a:r>
          </a:p>
        </p:txBody>
      </p:sp>
      <p:sp>
        <p:nvSpPr>
          <p:cNvPr id="5" name="Footer Placeholder 4"/>
          <p:cNvSpPr>
            <a:spLocks noGrp="1"/>
          </p:cNvSpPr>
          <p:nvPr>
            <p:ph type="ftr" sz="quarter" idx="12"/>
          </p:nvPr>
        </p:nvSpPr>
        <p:spPr/>
        <p:txBody>
          <a:bodyPr/>
          <a:lstStyle/>
          <a:p>
            <a:pPr>
              <a:defRPr/>
            </a:pPr>
            <a:r>
              <a:rPr lang="en-US"/>
              <a:t>©1992-2017 by Pearson Education, Inc. All Rights Reserved.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a:solidFill>
                  <a:srgbClr val="24B5A1"/>
                </a:solidFill>
                <a:latin typeface="Arial"/>
              </a:rPr>
              <a:t>4.1  </a:t>
            </a:r>
            <a:r>
              <a:rPr lang="en-US">
                <a:solidFill>
                  <a:srgbClr val="3380E6"/>
                </a:solidFill>
                <a:latin typeface="Arial"/>
              </a:rPr>
              <a:t>Introduction</a:t>
            </a:r>
          </a:p>
        </p:txBody>
      </p:sp>
      <p:sp>
        <p:nvSpPr>
          <p:cNvPr id="13315" name="Text Placeholder 2"/>
          <p:cNvSpPr>
            <a:spLocks noGrp="1"/>
          </p:cNvSpPr>
          <p:nvPr>
            <p:ph type="body" idx="1"/>
          </p:nvPr>
        </p:nvSpPr>
        <p:spPr/>
        <p:txBody>
          <a:bodyPr/>
          <a:lstStyle/>
          <a:p>
            <a:pPr eaLnBrk="1" hangingPunct="1"/>
            <a:r>
              <a:rPr lang="en-US" altLang="en-US" dirty="0">
                <a:solidFill>
                  <a:srgbClr val="000000"/>
                </a:solidFill>
                <a:latin typeface="Cambria" panose="02040503050406030204" pitchFamily="18" charset="0"/>
              </a:rPr>
              <a:t>Before writing a program to solve a problem, have a thorough understanding of the problem and a carefully planned approach to solving it. </a:t>
            </a:r>
          </a:p>
          <a:p>
            <a:pPr lvl="1" eaLnBrk="1" hangingPunct="1"/>
            <a:r>
              <a:rPr lang="en-US" altLang="en-US" dirty="0">
                <a:solidFill>
                  <a:srgbClr val="000000"/>
                </a:solidFill>
                <a:latin typeface="Cambria" panose="02040503050406030204" pitchFamily="18" charset="0"/>
              </a:rPr>
              <a:t>Understand the available building blocks and employ proven program-construction techniques. </a:t>
            </a:r>
          </a:p>
        </p:txBody>
      </p:sp>
      <p:sp>
        <p:nvSpPr>
          <p:cNvPr id="13316"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a:solidFill>
                  <a:srgbClr val="24B5A1"/>
                </a:solidFill>
                <a:latin typeface="Arial"/>
              </a:rPr>
              <a:t>4.2  </a:t>
            </a:r>
            <a:r>
              <a:rPr lang="en-US">
                <a:solidFill>
                  <a:srgbClr val="3380E6"/>
                </a:solidFill>
                <a:latin typeface="Arial"/>
              </a:rPr>
              <a:t>Algorithms</a:t>
            </a:r>
          </a:p>
        </p:txBody>
      </p:sp>
      <p:sp>
        <p:nvSpPr>
          <p:cNvPr id="14339" name="Text Placeholder 2"/>
          <p:cNvSpPr>
            <a:spLocks noGrp="1"/>
          </p:cNvSpPr>
          <p:nvPr>
            <p:ph type="body" idx="1"/>
          </p:nvPr>
        </p:nvSpPr>
        <p:spPr/>
        <p:txBody>
          <a:bodyPr/>
          <a:lstStyle/>
          <a:p>
            <a:pPr eaLnBrk="1" hangingPunct="1">
              <a:lnSpc>
                <a:spcPct val="90000"/>
              </a:lnSpc>
            </a:pPr>
            <a:r>
              <a:rPr lang="en-US" altLang="en-US" dirty="0">
                <a:solidFill>
                  <a:srgbClr val="000000"/>
                </a:solidFill>
                <a:latin typeface="Cambria" panose="02040503050406030204" pitchFamily="18" charset="0"/>
              </a:rPr>
              <a:t>Any solvable computing problem can be solved by the execution a series of actions in a specific order.</a:t>
            </a:r>
          </a:p>
          <a:p>
            <a:pPr eaLnBrk="1" hangingPunct="1">
              <a:lnSpc>
                <a:spcPct val="90000"/>
              </a:lnSpc>
            </a:pPr>
            <a:r>
              <a:rPr lang="en-US" altLang="en-US" dirty="0">
                <a:solidFill>
                  <a:srgbClr val="000000"/>
                </a:solidFill>
                <a:latin typeface="Cambria" panose="02040503050406030204" pitchFamily="18" charset="0"/>
              </a:rPr>
              <a:t>An </a:t>
            </a:r>
            <a:r>
              <a:rPr lang="en-US" altLang="en-US" dirty="0">
                <a:solidFill>
                  <a:srgbClr val="0000FF"/>
                </a:solidFill>
                <a:latin typeface="Cambria" panose="02040503050406030204" pitchFamily="18" charset="0"/>
              </a:rPr>
              <a:t>algorithm</a:t>
            </a:r>
            <a:r>
              <a:rPr lang="en-US" altLang="en-US" dirty="0">
                <a:solidFill>
                  <a:srgbClr val="000000"/>
                </a:solidFill>
                <a:latin typeface="Cambria" panose="02040503050406030204" pitchFamily="18" charset="0"/>
              </a:rPr>
              <a:t> is a </a:t>
            </a:r>
            <a:r>
              <a:rPr lang="en-US" altLang="en-US" dirty="0">
                <a:solidFill>
                  <a:srgbClr val="0000FF"/>
                </a:solidFill>
                <a:latin typeface="Cambria" panose="02040503050406030204" pitchFamily="18" charset="0"/>
              </a:rPr>
              <a:t>procedure</a:t>
            </a:r>
            <a:r>
              <a:rPr lang="en-US" altLang="en-US" dirty="0">
                <a:solidFill>
                  <a:srgbClr val="000000"/>
                </a:solidFill>
                <a:latin typeface="Cambria" panose="02040503050406030204" pitchFamily="18" charset="0"/>
              </a:rPr>
              <a:t> for solving a problem in terms of</a:t>
            </a:r>
          </a:p>
          <a:p>
            <a:pPr lvl="1" eaLnBrk="1" hangingPunct="1">
              <a:lnSpc>
                <a:spcPct val="90000"/>
              </a:lnSpc>
            </a:pPr>
            <a:r>
              <a:rPr lang="en-US" altLang="en-US" dirty="0">
                <a:solidFill>
                  <a:srgbClr val="000000"/>
                </a:solidFill>
                <a:latin typeface="Cambria" panose="02040503050406030204" pitchFamily="18" charset="0"/>
              </a:rPr>
              <a:t>the </a:t>
            </a:r>
            <a:r>
              <a:rPr lang="en-US" altLang="en-US" dirty="0">
                <a:solidFill>
                  <a:srgbClr val="0000FF"/>
                </a:solidFill>
                <a:latin typeface="Cambria" panose="02040503050406030204" pitchFamily="18" charset="0"/>
              </a:rPr>
              <a:t>actions</a:t>
            </a:r>
            <a:r>
              <a:rPr lang="en-US" altLang="en-US" dirty="0">
                <a:solidFill>
                  <a:srgbClr val="000000"/>
                </a:solidFill>
                <a:latin typeface="Cambria" panose="02040503050406030204" pitchFamily="18" charset="0"/>
              </a:rPr>
              <a:t> to execute and</a:t>
            </a:r>
          </a:p>
          <a:p>
            <a:pPr lvl="1" eaLnBrk="1" hangingPunct="1">
              <a:lnSpc>
                <a:spcPct val="90000"/>
              </a:lnSpc>
            </a:pPr>
            <a:r>
              <a:rPr lang="en-US" altLang="en-US" dirty="0">
                <a:solidFill>
                  <a:srgbClr val="000000"/>
                </a:solidFill>
                <a:latin typeface="Cambria" panose="02040503050406030204" pitchFamily="18" charset="0"/>
              </a:rPr>
              <a:t>the </a:t>
            </a:r>
            <a:r>
              <a:rPr lang="en-US" altLang="en-US" dirty="0">
                <a:solidFill>
                  <a:srgbClr val="0000FF"/>
                </a:solidFill>
                <a:latin typeface="Cambria" panose="02040503050406030204" pitchFamily="18" charset="0"/>
              </a:rPr>
              <a:t>order</a:t>
            </a:r>
            <a:r>
              <a:rPr lang="en-US" altLang="en-US" dirty="0">
                <a:solidFill>
                  <a:srgbClr val="000000"/>
                </a:solidFill>
                <a:latin typeface="Cambria" panose="02040503050406030204" pitchFamily="18" charset="0"/>
              </a:rPr>
              <a:t> in which these actions execute</a:t>
            </a:r>
          </a:p>
          <a:p>
            <a:pPr eaLnBrk="1" hangingPunct="1">
              <a:lnSpc>
                <a:spcPct val="90000"/>
              </a:lnSpc>
            </a:pPr>
            <a:r>
              <a:rPr lang="en-US" altLang="en-US" dirty="0">
                <a:solidFill>
                  <a:srgbClr val="000000"/>
                </a:solidFill>
                <a:latin typeface="Cambria" panose="02040503050406030204" pitchFamily="18" charset="0"/>
              </a:rPr>
              <a:t>Specifying the order in which statements (actions) execute in a computer program is called </a:t>
            </a:r>
            <a:r>
              <a:rPr lang="en-US" altLang="en-US" dirty="0">
                <a:solidFill>
                  <a:srgbClr val="0000FF"/>
                </a:solidFill>
                <a:latin typeface="Cambria" panose="02040503050406030204" pitchFamily="18" charset="0"/>
              </a:rPr>
              <a:t>program control</a:t>
            </a:r>
            <a:r>
              <a:rPr lang="en-US" altLang="en-US" dirty="0">
                <a:solidFill>
                  <a:srgbClr val="000000"/>
                </a:solidFill>
                <a:latin typeface="Cambria" panose="02040503050406030204" pitchFamily="18" charset="0"/>
              </a:rPr>
              <a:t>.</a:t>
            </a:r>
          </a:p>
          <a:p>
            <a:pPr eaLnBrk="1" hangingPunct="1">
              <a:lnSpc>
                <a:spcPct val="90000"/>
              </a:lnSpc>
            </a:pPr>
            <a:r>
              <a:rPr lang="en-US" altLang="en-US" dirty="0">
                <a:solidFill>
                  <a:srgbClr val="000000"/>
                </a:solidFill>
                <a:latin typeface="Cambria" panose="02040503050406030204" pitchFamily="18" charset="0"/>
              </a:rPr>
              <a:t>This chapter investigates program control using C++’s </a:t>
            </a:r>
            <a:r>
              <a:rPr lang="en-US" altLang="en-US" dirty="0">
                <a:solidFill>
                  <a:srgbClr val="0000FF"/>
                </a:solidFill>
                <a:latin typeface="Cambria" panose="02040503050406030204" pitchFamily="18" charset="0"/>
              </a:rPr>
              <a:t>control statements</a:t>
            </a:r>
            <a:r>
              <a:rPr lang="en-US" altLang="en-US" dirty="0">
                <a:solidFill>
                  <a:srgbClr val="000000"/>
                </a:solidFill>
                <a:latin typeface="Cambria" panose="02040503050406030204" pitchFamily="18" charset="0"/>
              </a:rPr>
              <a:t>.</a:t>
            </a:r>
          </a:p>
        </p:txBody>
      </p:sp>
      <p:sp>
        <p:nvSpPr>
          <p:cNvPr id="14340"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a:solidFill>
                  <a:srgbClr val="24B5A1"/>
                </a:solidFill>
                <a:latin typeface="Arial"/>
              </a:rPr>
              <a:t>4.3  </a:t>
            </a:r>
            <a:r>
              <a:rPr lang="en-US">
                <a:solidFill>
                  <a:srgbClr val="3380E6"/>
                </a:solidFill>
                <a:latin typeface="Arial"/>
              </a:rPr>
              <a:t>Pseudocode </a:t>
            </a:r>
          </a:p>
        </p:txBody>
      </p:sp>
      <p:sp>
        <p:nvSpPr>
          <p:cNvPr id="15363" name="Text Placeholder 2"/>
          <p:cNvSpPr>
            <a:spLocks noGrp="1"/>
          </p:cNvSpPr>
          <p:nvPr>
            <p:ph type="body" idx="1"/>
          </p:nvPr>
        </p:nvSpPr>
        <p:spPr/>
        <p:txBody>
          <a:bodyPr/>
          <a:lstStyle/>
          <a:p>
            <a:pPr eaLnBrk="1" hangingPunct="1">
              <a:lnSpc>
                <a:spcPct val="90000"/>
              </a:lnSpc>
            </a:pPr>
            <a:r>
              <a:rPr lang="en-US" altLang="en-US" sz="2300" dirty="0">
                <a:solidFill>
                  <a:srgbClr val="0000FF"/>
                </a:solidFill>
                <a:latin typeface="Cambria" panose="02040503050406030204" pitchFamily="18" charset="0"/>
              </a:rPr>
              <a:t>Pseudocode</a:t>
            </a:r>
            <a:r>
              <a:rPr lang="en-US" altLang="en-US" sz="2300" dirty="0">
                <a:solidFill>
                  <a:srgbClr val="000000"/>
                </a:solidFill>
                <a:latin typeface="Cambria" panose="02040503050406030204" pitchFamily="18" charset="0"/>
              </a:rPr>
              <a:t> (or “fake” code) is an artificial and informal language that helps you develop algorithms.</a:t>
            </a:r>
          </a:p>
          <a:p>
            <a:pPr eaLnBrk="1" hangingPunct="1">
              <a:lnSpc>
                <a:spcPct val="90000"/>
              </a:lnSpc>
            </a:pPr>
            <a:r>
              <a:rPr lang="en-US" altLang="en-US" sz="2300" dirty="0">
                <a:solidFill>
                  <a:srgbClr val="000000"/>
                </a:solidFill>
                <a:latin typeface="Cambria" panose="02040503050406030204" pitchFamily="18" charset="0"/>
              </a:rPr>
              <a:t>Similar to everyday English</a:t>
            </a:r>
          </a:p>
          <a:p>
            <a:pPr eaLnBrk="1" hangingPunct="1">
              <a:lnSpc>
                <a:spcPct val="90000"/>
              </a:lnSpc>
            </a:pPr>
            <a:r>
              <a:rPr lang="en-US" altLang="en-US" sz="2300" dirty="0">
                <a:solidFill>
                  <a:srgbClr val="000000"/>
                </a:solidFill>
                <a:latin typeface="Cambria" panose="02040503050406030204" pitchFamily="18" charset="0"/>
              </a:rPr>
              <a:t>Helps you “think out” a program before attempting to write it.</a:t>
            </a:r>
          </a:p>
          <a:p>
            <a:pPr eaLnBrk="1" hangingPunct="1">
              <a:lnSpc>
                <a:spcPct val="90000"/>
              </a:lnSpc>
            </a:pPr>
            <a:r>
              <a:rPr lang="en-US" altLang="en-US" sz="2300" dirty="0">
                <a:solidFill>
                  <a:srgbClr val="000000"/>
                </a:solidFill>
                <a:latin typeface="Cambria" panose="02040503050406030204" pitchFamily="18" charset="0"/>
              </a:rPr>
              <a:t>Carefully prepared pseudocode can easily be converted to structured portions of C++ programs.</a:t>
            </a:r>
          </a:p>
          <a:p>
            <a:pPr eaLnBrk="1" hangingPunct="1">
              <a:lnSpc>
                <a:spcPct val="90000"/>
              </a:lnSpc>
            </a:pPr>
            <a:r>
              <a:rPr lang="en-US" altLang="en-US" sz="2300" dirty="0">
                <a:solidFill>
                  <a:srgbClr val="000000"/>
                </a:solidFill>
                <a:latin typeface="Cambria" panose="02040503050406030204" pitchFamily="18" charset="0"/>
              </a:rPr>
              <a:t>Normally describes only </a:t>
            </a:r>
            <a:r>
              <a:rPr lang="en-US" altLang="en-US" sz="2300" dirty="0">
                <a:solidFill>
                  <a:srgbClr val="0000FF"/>
                </a:solidFill>
                <a:latin typeface="Cambria" panose="02040503050406030204" pitchFamily="18" charset="0"/>
              </a:rPr>
              <a:t>executable statements</a:t>
            </a:r>
            <a:r>
              <a:rPr lang="en-US" altLang="en-US" sz="2300" dirty="0">
                <a:solidFill>
                  <a:srgbClr val="000000"/>
                </a:solidFill>
                <a:latin typeface="Cambria" panose="02040503050406030204" pitchFamily="18" charset="0"/>
              </a:rPr>
              <a:t>.</a:t>
            </a:r>
          </a:p>
          <a:p>
            <a:pPr eaLnBrk="1" hangingPunct="1">
              <a:lnSpc>
                <a:spcPct val="90000"/>
              </a:lnSpc>
            </a:pPr>
            <a:r>
              <a:rPr lang="en-US" altLang="en-US" sz="2300" dirty="0">
                <a:solidFill>
                  <a:srgbClr val="000000"/>
                </a:solidFill>
                <a:latin typeface="Cambria" panose="02040503050406030204" pitchFamily="18" charset="0"/>
              </a:rPr>
              <a:t>Declarations (that do not have initializers or do not involve constructor calls) are not executable statements.</a:t>
            </a:r>
          </a:p>
          <a:p>
            <a:pPr eaLnBrk="1" hangingPunct="1">
              <a:lnSpc>
                <a:spcPct val="90000"/>
              </a:lnSpc>
            </a:pPr>
            <a:r>
              <a:rPr lang="en-US" altLang="en-US" sz="2300" dirty="0">
                <a:solidFill>
                  <a:srgbClr val="000000"/>
                </a:solidFill>
                <a:latin typeface="Cambria" panose="02040503050406030204" pitchFamily="18" charset="0"/>
              </a:rPr>
              <a:t>Fig. 4.1 corresponds to the algorithm that inputs two integers from the user, adds these integers and displays their sum.</a:t>
            </a:r>
          </a:p>
        </p:txBody>
      </p:sp>
      <p:sp>
        <p:nvSpPr>
          <p:cNvPr id="15364"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09"/>
          <p:cNvPicPr>
            <a:picLocks noGrp="1" noChangeAspect="1"/>
          </p:cNvPicPr>
          <p:nvPr isPhoto="1"/>
        </p:nvPicPr>
        <p:blipFill>
          <a:blip r:embed="rId2" cstate="print">
            <a:lum/>
            <a:extLst>
              <a:ext uri="{28A0092B-C50C-407E-A947-70E740481C1C}">
                <a14:useLocalDpi xmlns:a14="http://schemas.microsoft.com/office/drawing/2010/main" val="0"/>
              </a:ext>
            </a:extLst>
          </a:blip>
          <a:stretch>
            <a:fillRect/>
          </a:stretch>
        </p:blipFill>
        <p:spPr>
          <a:xfrm>
            <a:off x="0" y="1726407"/>
            <a:ext cx="9144000" cy="3403997"/>
          </a:xfrm>
          <a:prstGeom prst="rect">
            <a:avLst/>
          </a:prstGeom>
          <a:noFill/>
          <a:ln>
            <a:noFill/>
          </a:ln>
        </p:spPr>
      </p:pic>
    </p:spTree>
    <p:extLst>
      <p:ext uri="{BB962C8B-B14F-4D97-AF65-F5344CB8AC3E}">
        <p14:creationId xmlns:p14="http://schemas.microsoft.com/office/powerpoint/2010/main" val="40051436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a:solidFill>
                  <a:srgbClr val="24B5A1"/>
                </a:solidFill>
                <a:latin typeface="Arial"/>
              </a:rPr>
              <a:t>4.4  </a:t>
            </a:r>
            <a:r>
              <a:rPr lang="en-US">
                <a:solidFill>
                  <a:srgbClr val="3380E6"/>
                </a:solidFill>
                <a:latin typeface="Arial"/>
              </a:rPr>
              <a:t>Control Structures</a:t>
            </a:r>
          </a:p>
        </p:txBody>
      </p:sp>
      <p:sp>
        <p:nvSpPr>
          <p:cNvPr id="17411" name="Text Placeholder 2"/>
          <p:cNvSpPr>
            <a:spLocks noGrp="1"/>
          </p:cNvSpPr>
          <p:nvPr>
            <p:ph type="body" idx="1"/>
          </p:nvPr>
        </p:nvSpPr>
        <p:spPr/>
        <p:txBody>
          <a:bodyPr/>
          <a:lstStyle/>
          <a:p>
            <a:pPr eaLnBrk="1" hangingPunct="1">
              <a:lnSpc>
                <a:spcPct val="80000"/>
              </a:lnSpc>
            </a:pPr>
            <a:r>
              <a:rPr lang="en-US" altLang="en-US" sz="2300" dirty="0">
                <a:solidFill>
                  <a:srgbClr val="000000"/>
                </a:solidFill>
                <a:latin typeface="Cambria" panose="02040503050406030204" pitchFamily="18" charset="0"/>
              </a:rPr>
              <a:t>Normally, statements in a program are executed one after the other in the order in which they’re written.</a:t>
            </a:r>
          </a:p>
          <a:p>
            <a:pPr lvl="1" eaLnBrk="1" hangingPunct="1">
              <a:lnSpc>
                <a:spcPct val="80000"/>
              </a:lnSpc>
            </a:pPr>
            <a:r>
              <a:rPr lang="en-US" altLang="en-US" sz="2000" dirty="0">
                <a:solidFill>
                  <a:srgbClr val="000000"/>
                </a:solidFill>
                <a:latin typeface="Cambria" panose="02040503050406030204" pitchFamily="18" charset="0"/>
              </a:rPr>
              <a:t>Called </a:t>
            </a:r>
            <a:r>
              <a:rPr lang="en-US" altLang="en-US" sz="2000" dirty="0">
                <a:solidFill>
                  <a:srgbClr val="0000FF"/>
                </a:solidFill>
                <a:latin typeface="Cambria" panose="02040503050406030204" pitchFamily="18" charset="0"/>
              </a:rPr>
              <a:t>sequential execution</a:t>
            </a:r>
            <a:r>
              <a:rPr lang="en-US" altLang="en-US" sz="2000" dirty="0">
                <a:solidFill>
                  <a:srgbClr val="000000"/>
                </a:solidFill>
                <a:latin typeface="Cambria" panose="02040503050406030204" pitchFamily="18" charset="0"/>
              </a:rPr>
              <a:t>.</a:t>
            </a:r>
          </a:p>
          <a:p>
            <a:pPr eaLnBrk="1" hangingPunct="1">
              <a:lnSpc>
                <a:spcPct val="80000"/>
              </a:lnSpc>
            </a:pPr>
            <a:r>
              <a:rPr lang="en-US" altLang="en-US" sz="2300" dirty="0">
                <a:solidFill>
                  <a:srgbClr val="000000"/>
                </a:solidFill>
                <a:latin typeface="Cambria" panose="02040503050406030204" pitchFamily="18" charset="0"/>
              </a:rPr>
              <a:t>Various C++ statements enable you to specify that the next statement to execute may be other than the next one in sequence.</a:t>
            </a:r>
          </a:p>
          <a:p>
            <a:pPr lvl="1" eaLnBrk="1" hangingPunct="1">
              <a:lnSpc>
                <a:spcPct val="80000"/>
              </a:lnSpc>
            </a:pPr>
            <a:r>
              <a:rPr lang="en-US" altLang="en-US" sz="2000" dirty="0">
                <a:solidFill>
                  <a:srgbClr val="000000"/>
                </a:solidFill>
                <a:latin typeface="Cambria" panose="02040503050406030204" pitchFamily="18" charset="0"/>
              </a:rPr>
              <a:t>Called </a:t>
            </a:r>
            <a:r>
              <a:rPr lang="en-US" altLang="en-US" sz="2000" dirty="0">
                <a:solidFill>
                  <a:srgbClr val="0000FF"/>
                </a:solidFill>
                <a:latin typeface="Cambria" panose="02040503050406030204" pitchFamily="18" charset="0"/>
              </a:rPr>
              <a:t>transfer of control</a:t>
            </a:r>
            <a:r>
              <a:rPr lang="en-US" altLang="en-US" sz="2000" dirty="0">
                <a:solidFill>
                  <a:srgbClr val="000000"/>
                </a:solidFill>
                <a:latin typeface="Cambria" panose="02040503050406030204" pitchFamily="18" charset="0"/>
              </a:rPr>
              <a:t>.</a:t>
            </a:r>
          </a:p>
          <a:p>
            <a:pPr eaLnBrk="1" hangingPunct="1">
              <a:lnSpc>
                <a:spcPct val="80000"/>
              </a:lnSpc>
            </a:pPr>
            <a:r>
              <a:rPr lang="en-US" altLang="en-US" sz="2300" dirty="0">
                <a:solidFill>
                  <a:srgbClr val="000000"/>
                </a:solidFill>
                <a:latin typeface="Cambria" panose="02040503050406030204" pitchFamily="18" charset="0"/>
              </a:rPr>
              <a:t>All programs could be written in terms of only three </a:t>
            </a:r>
            <a:r>
              <a:rPr lang="en-US" altLang="en-US" sz="2300" dirty="0">
                <a:solidFill>
                  <a:srgbClr val="0000FF"/>
                </a:solidFill>
                <a:latin typeface="Cambria" panose="02040503050406030204" pitchFamily="18" charset="0"/>
              </a:rPr>
              <a:t>control structures</a:t>
            </a:r>
          </a:p>
          <a:p>
            <a:pPr lvl="1" eaLnBrk="1" hangingPunct="1">
              <a:lnSpc>
                <a:spcPct val="80000"/>
              </a:lnSpc>
            </a:pPr>
            <a:r>
              <a:rPr lang="en-US" altLang="en-US" sz="2000" dirty="0">
                <a:solidFill>
                  <a:srgbClr val="000000"/>
                </a:solidFill>
                <a:latin typeface="Cambria" panose="02040503050406030204" pitchFamily="18" charset="0"/>
              </a:rPr>
              <a:t>the </a:t>
            </a:r>
            <a:r>
              <a:rPr lang="en-US" altLang="en-US" sz="2000" dirty="0">
                <a:solidFill>
                  <a:srgbClr val="0000FF"/>
                </a:solidFill>
                <a:latin typeface="Cambria" panose="02040503050406030204" pitchFamily="18" charset="0"/>
              </a:rPr>
              <a:t>sequence structure</a:t>
            </a:r>
          </a:p>
          <a:p>
            <a:pPr lvl="1" eaLnBrk="1" hangingPunct="1">
              <a:lnSpc>
                <a:spcPct val="80000"/>
              </a:lnSpc>
            </a:pPr>
            <a:r>
              <a:rPr lang="en-US" altLang="en-US" sz="2000" dirty="0">
                <a:solidFill>
                  <a:srgbClr val="000000"/>
                </a:solidFill>
                <a:latin typeface="Cambria" panose="02040503050406030204" pitchFamily="18" charset="0"/>
              </a:rPr>
              <a:t>the </a:t>
            </a:r>
            <a:r>
              <a:rPr lang="en-US" altLang="en-US" sz="2000" dirty="0">
                <a:solidFill>
                  <a:srgbClr val="0000FF"/>
                </a:solidFill>
                <a:latin typeface="Cambria" panose="02040503050406030204" pitchFamily="18" charset="0"/>
              </a:rPr>
              <a:t>selection structure</a:t>
            </a:r>
            <a:r>
              <a:rPr lang="en-US" altLang="en-US" sz="2000" dirty="0">
                <a:solidFill>
                  <a:srgbClr val="000000"/>
                </a:solidFill>
                <a:latin typeface="Cambria" panose="02040503050406030204" pitchFamily="18" charset="0"/>
              </a:rPr>
              <a:t> and </a:t>
            </a:r>
          </a:p>
          <a:p>
            <a:pPr lvl="1" eaLnBrk="1" hangingPunct="1">
              <a:lnSpc>
                <a:spcPct val="80000"/>
              </a:lnSpc>
            </a:pPr>
            <a:r>
              <a:rPr lang="en-US" altLang="en-US" sz="2000" dirty="0">
                <a:solidFill>
                  <a:srgbClr val="000000"/>
                </a:solidFill>
                <a:latin typeface="Cambria" panose="02040503050406030204" pitchFamily="18" charset="0"/>
              </a:rPr>
              <a:t>the </a:t>
            </a:r>
            <a:r>
              <a:rPr lang="en-US" altLang="en-US" sz="2000" dirty="0">
                <a:solidFill>
                  <a:srgbClr val="0000FF"/>
                </a:solidFill>
                <a:latin typeface="Cambria" panose="02040503050406030204" pitchFamily="18" charset="0"/>
              </a:rPr>
              <a:t>iteration structure</a:t>
            </a:r>
          </a:p>
          <a:p>
            <a:pPr eaLnBrk="1" hangingPunct="1">
              <a:lnSpc>
                <a:spcPct val="80000"/>
              </a:lnSpc>
            </a:pPr>
            <a:r>
              <a:rPr lang="en-US" altLang="en-US" sz="2300" dirty="0">
                <a:solidFill>
                  <a:srgbClr val="000000"/>
                </a:solidFill>
                <a:latin typeface="Cambria" panose="02040503050406030204" pitchFamily="18" charset="0"/>
              </a:rPr>
              <a:t>When we introduce C++’s implementations of control structures, we’ll refer to them in the terminology of the C++ standard document as “control statements.”</a:t>
            </a:r>
          </a:p>
        </p:txBody>
      </p:sp>
      <p:sp>
        <p:nvSpPr>
          <p:cNvPr id="17412"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fontAlgn="auto" hangingPunct="1">
              <a:spcAft>
                <a:spcPts val="0"/>
              </a:spcAft>
              <a:defRPr/>
            </a:pPr>
            <a:r>
              <a:rPr lang="en-US" sz="2800" dirty="0">
                <a:solidFill>
                  <a:srgbClr val="00B050"/>
                </a:solidFill>
                <a:latin typeface="Arial"/>
              </a:rPr>
              <a:t>4.4.1  Sequence Structure</a:t>
            </a:r>
          </a:p>
        </p:txBody>
      </p:sp>
      <p:sp>
        <p:nvSpPr>
          <p:cNvPr id="18435" name="Text Placeholder 2"/>
          <p:cNvSpPr>
            <a:spLocks noGrp="1"/>
          </p:cNvSpPr>
          <p:nvPr>
            <p:ph type="body" idx="1"/>
          </p:nvPr>
        </p:nvSpPr>
        <p:spPr/>
        <p:txBody>
          <a:bodyPr/>
          <a:lstStyle/>
          <a:p>
            <a:pPr eaLnBrk="1" hangingPunct="1">
              <a:lnSpc>
                <a:spcPct val="90000"/>
              </a:lnSpc>
            </a:pPr>
            <a:r>
              <a:rPr lang="en-US" altLang="en-US" dirty="0">
                <a:solidFill>
                  <a:srgbClr val="000000"/>
                </a:solidFill>
                <a:latin typeface="Cambria" panose="02040503050406030204" pitchFamily="18" charset="0"/>
              </a:rPr>
              <a:t>Unless directed otherwise, the computer executes C++ statements one after the other in the order in which they’re written—that is, in sequence.</a:t>
            </a:r>
          </a:p>
          <a:p>
            <a:pPr eaLnBrk="1" hangingPunct="1">
              <a:lnSpc>
                <a:spcPct val="90000"/>
              </a:lnSpc>
            </a:pPr>
            <a:r>
              <a:rPr lang="en-US" altLang="en-US" dirty="0">
                <a:solidFill>
                  <a:srgbClr val="000000"/>
                </a:solidFill>
                <a:latin typeface="Cambria" panose="02040503050406030204" pitchFamily="18" charset="0"/>
              </a:rPr>
              <a:t>The Unified Modeling Language (UML) </a:t>
            </a:r>
            <a:r>
              <a:rPr lang="en-US" altLang="en-US" dirty="0">
                <a:solidFill>
                  <a:srgbClr val="0000FF"/>
                </a:solidFill>
                <a:latin typeface="Cambria" panose="02040503050406030204" pitchFamily="18" charset="0"/>
              </a:rPr>
              <a:t>activity diagram</a:t>
            </a:r>
            <a:r>
              <a:rPr lang="en-US" altLang="en-US" dirty="0">
                <a:solidFill>
                  <a:srgbClr val="000000"/>
                </a:solidFill>
                <a:latin typeface="Cambria" panose="02040503050406030204" pitchFamily="18" charset="0"/>
              </a:rPr>
              <a:t> of Fig. 4.2 illustrates a typical sequence structure in which two calculations are performed in order.</a:t>
            </a:r>
          </a:p>
        </p:txBody>
      </p:sp>
      <p:sp>
        <p:nvSpPr>
          <p:cNvPr id="18436"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12"/>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378744"/>
            <a:ext cx="9144000" cy="4100513"/>
          </a:xfrm>
          <a:prstGeom prst="rect">
            <a:avLst/>
          </a:prstGeom>
          <a:noFill/>
          <a:ln>
            <a:noFill/>
          </a:ln>
        </p:spPr>
      </p:pic>
    </p:spTree>
    <p:extLst>
      <p:ext uri="{BB962C8B-B14F-4D97-AF65-F5344CB8AC3E}">
        <p14:creationId xmlns:p14="http://schemas.microsoft.com/office/powerpoint/2010/main" val="23251731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fontAlgn="auto" hangingPunct="1">
              <a:spcAft>
                <a:spcPts val="0"/>
              </a:spcAft>
              <a:defRPr/>
            </a:pPr>
            <a:r>
              <a:rPr lang="en-US" sz="2800" dirty="0">
                <a:solidFill>
                  <a:srgbClr val="00B050"/>
                </a:solidFill>
                <a:latin typeface="Arial"/>
              </a:rPr>
              <a:t>4.4.1  Sequence Structure</a:t>
            </a:r>
          </a:p>
        </p:txBody>
      </p:sp>
      <p:sp>
        <p:nvSpPr>
          <p:cNvPr id="20483" name="Text Placeholder 2"/>
          <p:cNvSpPr>
            <a:spLocks noGrp="1"/>
          </p:cNvSpPr>
          <p:nvPr>
            <p:ph type="body" idx="1"/>
          </p:nvPr>
        </p:nvSpPr>
        <p:spPr/>
        <p:txBody>
          <a:bodyPr/>
          <a:lstStyle/>
          <a:p>
            <a:pPr eaLnBrk="1" hangingPunct="1">
              <a:lnSpc>
                <a:spcPct val="80000"/>
              </a:lnSpc>
            </a:pPr>
            <a:r>
              <a:rPr lang="en-US" altLang="en-US" sz="2300" dirty="0">
                <a:solidFill>
                  <a:srgbClr val="000000"/>
                </a:solidFill>
                <a:latin typeface="Cambria" panose="02040503050406030204" pitchFamily="18" charset="0"/>
              </a:rPr>
              <a:t>An activity diagram models the </a:t>
            </a:r>
            <a:r>
              <a:rPr lang="en-US" altLang="en-US" sz="2300" dirty="0">
                <a:solidFill>
                  <a:srgbClr val="0000FF"/>
                </a:solidFill>
                <a:latin typeface="Cambria" panose="02040503050406030204" pitchFamily="18" charset="0"/>
              </a:rPr>
              <a:t>workflow</a:t>
            </a:r>
            <a:r>
              <a:rPr lang="en-US" altLang="en-US" sz="2300" dirty="0">
                <a:solidFill>
                  <a:srgbClr val="000000"/>
                </a:solidFill>
                <a:latin typeface="Cambria" panose="02040503050406030204" pitchFamily="18" charset="0"/>
              </a:rPr>
              <a:t> (also called the </a:t>
            </a:r>
            <a:r>
              <a:rPr lang="en-US" altLang="en-US" sz="2300" dirty="0">
                <a:solidFill>
                  <a:srgbClr val="0000FF"/>
                </a:solidFill>
                <a:latin typeface="Cambria" panose="02040503050406030204" pitchFamily="18" charset="0"/>
              </a:rPr>
              <a:t>activity</a:t>
            </a:r>
            <a:r>
              <a:rPr lang="en-US" altLang="en-US" sz="2300" dirty="0">
                <a:solidFill>
                  <a:srgbClr val="000000"/>
                </a:solidFill>
                <a:latin typeface="Cambria" panose="02040503050406030204" pitchFamily="18" charset="0"/>
              </a:rPr>
              <a:t>) of a portion of a software system.</a:t>
            </a:r>
          </a:p>
          <a:p>
            <a:pPr eaLnBrk="1" hangingPunct="1">
              <a:lnSpc>
                <a:spcPct val="80000"/>
              </a:lnSpc>
            </a:pPr>
            <a:r>
              <a:rPr lang="en-US" altLang="en-US" sz="2300" dirty="0">
                <a:solidFill>
                  <a:srgbClr val="000000"/>
                </a:solidFill>
                <a:latin typeface="Cambria" panose="02040503050406030204" pitchFamily="18" charset="0"/>
              </a:rPr>
              <a:t>Activity diagrams are composed of special-purpose symbols, such as </a:t>
            </a:r>
          </a:p>
          <a:p>
            <a:pPr lvl="1" eaLnBrk="1" hangingPunct="1">
              <a:lnSpc>
                <a:spcPct val="80000"/>
              </a:lnSpc>
            </a:pPr>
            <a:r>
              <a:rPr lang="en-US" altLang="en-US" sz="1900" dirty="0">
                <a:solidFill>
                  <a:srgbClr val="0000FF"/>
                </a:solidFill>
                <a:latin typeface="Cambria" panose="02040503050406030204" pitchFamily="18" charset="0"/>
              </a:rPr>
              <a:t>Action</a:t>
            </a:r>
            <a:r>
              <a:rPr lang="en-US" altLang="en-US" sz="1900" dirty="0">
                <a:solidFill>
                  <a:srgbClr val="000000"/>
                </a:solidFill>
                <a:latin typeface="Cambria" panose="02040503050406030204" pitchFamily="18" charset="0"/>
              </a:rPr>
              <a:t> </a:t>
            </a:r>
            <a:r>
              <a:rPr lang="en-US" altLang="en-US" sz="1900" dirty="0">
                <a:solidFill>
                  <a:srgbClr val="0000FF"/>
                </a:solidFill>
                <a:latin typeface="Cambria" panose="02040503050406030204" pitchFamily="18" charset="0"/>
              </a:rPr>
              <a:t>state</a:t>
            </a:r>
            <a:r>
              <a:rPr lang="en-US" altLang="en-US" sz="1900" dirty="0">
                <a:solidFill>
                  <a:srgbClr val="000000"/>
                </a:solidFill>
                <a:latin typeface="Cambria" panose="02040503050406030204" pitchFamily="18" charset="0"/>
              </a:rPr>
              <a:t> </a:t>
            </a:r>
            <a:r>
              <a:rPr lang="en-US" altLang="en-US" sz="1900" dirty="0">
                <a:solidFill>
                  <a:srgbClr val="0000FF"/>
                </a:solidFill>
                <a:latin typeface="Cambria" panose="02040503050406030204" pitchFamily="18" charset="0"/>
              </a:rPr>
              <a:t>symbols</a:t>
            </a:r>
            <a:r>
              <a:rPr lang="en-US" altLang="en-US" sz="1900" dirty="0">
                <a:solidFill>
                  <a:srgbClr val="000000"/>
                </a:solidFill>
                <a:latin typeface="Cambria" panose="02040503050406030204" pitchFamily="18" charset="0"/>
              </a:rPr>
              <a:t> (rectangles with their left and right sides replaced with arcs curving outward). They represent </a:t>
            </a:r>
            <a:r>
              <a:rPr lang="en-US" altLang="en-US" sz="1900" b="1" dirty="0">
                <a:solidFill>
                  <a:srgbClr val="000000"/>
                </a:solidFill>
                <a:latin typeface="Cambria" panose="02040503050406030204" pitchFamily="18" charset="0"/>
              </a:rPr>
              <a:t>actions to perform</a:t>
            </a:r>
            <a:r>
              <a:rPr lang="en-US" altLang="en-US" sz="1900" dirty="0">
                <a:solidFill>
                  <a:srgbClr val="000000"/>
                </a:solidFill>
                <a:latin typeface="Cambria" panose="02040503050406030204" pitchFamily="18" charset="0"/>
              </a:rPr>
              <a:t>.</a:t>
            </a:r>
          </a:p>
          <a:p>
            <a:pPr lvl="1" eaLnBrk="1" hangingPunct="1">
              <a:lnSpc>
                <a:spcPct val="80000"/>
              </a:lnSpc>
            </a:pPr>
            <a:r>
              <a:rPr lang="en-US" altLang="en-US" sz="1900" dirty="0">
                <a:solidFill>
                  <a:srgbClr val="0000FF"/>
                </a:solidFill>
                <a:latin typeface="Cambria" panose="02040503050406030204" pitchFamily="18" charset="0"/>
              </a:rPr>
              <a:t>Diamonds</a:t>
            </a:r>
            <a:r>
              <a:rPr lang="en-US" altLang="en-US" sz="1900" dirty="0">
                <a:solidFill>
                  <a:srgbClr val="000000"/>
                </a:solidFill>
                <a:latin typeface="Cambria" panose="02040503050406030204" pitchFamily="18" charset="0"/>
              </a:rPr>
              <a:t>. They represent </a:t>
            </a:r>
            <a:r>
              <a:rPr lang="en-US" altLang="en-US" sz="1900" b="1" dirty="0">
                <a:solidFill>
                  <a:srgbClr val="000000"/>
                </a:solidFill>
                <a:latin typeface="Cambria" panose="02040503050406030204" pitchFamily="18" charset="0"/>
              </a:rPr>
              <a:t>decisions.</a:t>
            </a:r>
          </a:p>
          <a:p>
            <a:pPr lvl="1" eaLnBrk="1" hangingPunct="1">
              <a:lnSpc>
                <a:spcPct val="80000"/>
              </a:lnSpc>
            </a:pPr>
            <a:r>
              <a:rPr lang="en-US" altLang="en-US" sz="1900" dirty="0">
                <a:solidFill>
                  <a:srgbClr val="0000FF"/>
                </a:solidFill>
                <a:latin typeface="Cambria" panose="02040503050406030204" pitchFamily="18" charset="0"/>
              </a:rPr>
              <a:t>Small circles.</a:t>
            </a:r>
            <a:r>
              <a:rPr lang="en-US" altLang="en-US" sz="1900" dirty="0">
                <a:solidFill>
                  <a:srgbClr val="000000"/>
                </a:solidFill>
                <a:latin typeface="Cambria" panose="02040503050406030204" pitchFamily="18" charset="0"/>
              </a:rPr>
              <a:t> They represent the </a:t>
            </a:r>
            <a:r>
              <a:rPr lang="en-US" altLang="en-US" sz="1900" b="1" dirty="0">
                <a:solidFill>
                  <a:srgbClr val="000000"/>
                </a:solidFill>
                <a:latin typeface="Cambria" panose="02040503050406030204" pitchFamily="18" charset="0"/>
              </a:rPr>
              <a:t>initial and final states.</a:t>
            </a:r>
          </a:p>
          <a:p>
            <a:pPr lvl="1" eaLnBrk="1" hangingPunct="1">
              <a:lnSpc>
                <a:spcPct val="80000"/>
              </a:lnSpc>
            </a:pPr>
            <a:r>
              <a:rPr lang="en-US" altLang="en-US" sz="1900" dirty="0">
                <a:solidFill>
                  <a:srgbClr val="0000FF"/>
                </a:solidFill>
                <a:latin typeface="Cambria" panose="02040503050406030204" pitchFamily="18" charset="0"/>
              </a:rPr>
              <a:t>Transition</a:t>
            </a:r>
            <a:r>
              <a:rPr lang="en-US" altLang="en-US" sz="1900" dirty="0">
                <a:solidFill>
                  <a:srgbClr val="000000"/>
                </a:solidFill>
                <a:latin typeface="Cambria" panose="02040503050406030204" pitchFamily="18" charset="0"/>
              </a:rPr>
              <a:t> </a:t>
            </a:r>
            <a:r>
              <a:rPr lang="en-US" altLang="en-US" sz="1900" dirty="0">
                <a:solidFill>
                  <a:srgbClr val="0000FF"/>
                </a:solidFill>
                <a:latin typeface="Cambria" panose="02040503050406030204" pitchFamily="18" charset="0"/>
              </a:rPr>
              <a:t>arrows</a:t>
            </a:r>
            <a:r>
              <a:rPr lang="en-US" altLang="en-US" sz="1900" dirty="0">
                <a:solidFill>
                  <a:srgbClr val="000000"/>
                </a:solidFill>
                <a:latin typeface="Cambria" panose="02040503050406030204" pitchFamily="18" charset="0"/>
              </a:rPr>
              <a:t>. They represent the </a:t>
            </a:r>
            <a:r>
              <a:rPr lang="en-US" altLang="en-US" sz="1900" b="1" dirty="0">
                <a:solidFill>
                  <a:srgbClr val="000000"/>
                </a:solidFill>
                <a:latin typeface="Cambria" panose="02040503050406030204" pitchFamily="18" charset="0"/>
              </a:rPr>
              <a:t>flow of the activity</a:t>
            </a:r>
            <a:r>
              <a:rPr lang="en-US" altLang="en-US" sz="1900" dirty="0">
                <a:solidFill>
                  <a:srgbClr val="000000"/>
                </a:solidFill>
                <a:latin typeface="Cambria" panose="02040503050406030204" pitchFamily="18" charset="0"/>
              </a:rPr>
              <a:t>.</a:t>
            </a:r>
          </a:p>
          <a:p>
            <a:pPr marL="392113" lvl="1" indent="0" eaLnBrk="1" hangingPunct="1">
              <a:lnSpc>
                <a:spcPct val="80000"/>
              </a:lnSpc>
              <a:buNone/>
            </a:pPr>
            <a:r>
              <a:rPr lang="en-US" altLang="en-US" sz="1900" dirty="0">
                <a:solidFill>
                  <a:srgbClr val="000000"/>
                </a:solidFill>
                <a:latin typeface="Cambria" panose="02040503050406030204" pitchFamily="18" charset="0"/>
              </a:rPr>
              <a:t>In addition, there are often</a:t>
            </a:r>
          </a:p>
          <a:p>
            <a:pPr lvl="1" eaLnBrk="1" hangingPunct="1">
              <a:lnSpc>
                <a:spcPct val="80000"/>
              </a:lnSpc>
            </a:pPr>
            <a:r>
              <a:rPr lang="en-US" altLang="en-US" sz="2000" dirty="0">
                <a:solidFill>
                  <a:srgbClr val="0000FF"/>
                </a:solidFill>
                <a:latin typeface="Cambria" panose="02040503050406030204" pitchFamily="18" charset="0"/>
              </a:rPr>
              <a:t>Rectangles with the upper-right corners folded over.</a:t>
            </a:r>
            <a:r>
              <a:rPr lang="en-US" altLang="en-US" sz="2000" dirty="0">
                <a:latin typeface="Cambria" panose="02040503050406030204" pitchFamily="18" charset="0"/>
              </a:rPr>
              <a:t> They are used for explaining action state symbols.</a:t>
            </a:r>
            <a:endParaRPr lang="en-US" altLang="en-US" sz="1900" dirty="0">
              <a:solidFill>
                <a:srgbClr val="0000FF"/>
              </a:solidFill>
              <a:latin typeface="Cambria" panose="02040503050406030204" pitchFamily="18" charset="0"/>
            </a:endParaRPr>
          </a:p>
          <a:p>
            <a:pPr marL="109537" indent="0" eaLnBrk="1" hangingPunct="1">
              <a:lnSpc>
                <a:spcPct val="80000"/>
              </a:lnSpc>
              <a:buNone/>
            </a:pPr>
            <a:endParaRPr lang="en-US" altLang="en-US" sz="2300" dirty="0">
              <a:solidFill>
                <a:srgbClr val="000000"/>
              </a:solidFill>
              <a:latin typeface="Cambria" panose="02040503050406030204" pitchFamily="18" charset="0"/>
            </a:endParaRPr>
          </a:p>
        </p:txBody>
      </p:sp>
      <p:sp>
        <p:nvSpPr>
          <p:cNvPr id="20484"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a:solidFill>
                  <a:srgbClr val="00B050"/>
                </a:solidFill>
                <a:latin typeface="Arial"/>
              </a:rPr>
              <a:t>4.4.2  Selection Statements</a:t>
            </a:r>
            <a:endParaRPr lang="en-US" dirty="0">
              <a:solidFill>
                <a:srgbClr val="3380E6"/>
              </a:solidFill>
              <a:latin typeface="Arial"/>
            </a:endParaRPr>
          </a:p>
        </p:txBody>
      </p:sp>
      <p:sp>
        <p:nvSpPr>
          <p:cNvPr id="23555" name="Text Placeholder 2"/>
          <p:cNvSpPr>
            <a:spLocks noGrp="1"/>
          </p:cNvSpPr>
          <p:nvPr>
            <p:ph type="body" idx="1"/>
          </p:nvPr>
        </p:nvSpPr>
        <p:spPr/>
        <p:txBody>
          <a:bodyPr/>
          <a:lstStyle/>
          <a:p>
            <a:pPr eaLnBrk="1" hangingPunct="1">
              <a:lnSpc>
                <a:spcPct val="90000"/>
              </a:lnSpc>
            </a:pPr>
            <a:r>
              <a:rPr lang="en-US" altLang="en-US" dirty="0">
                <a:solidFill>
                  <a:srgbClr val="000000"/>
                </a:solidFill>
                <a:latin typeface="Cambria" panose="02040503050406030204" pitchFamily="18" charset="0"/>
              </a:rPr>
              <a:t>C++ has three types of selection statements (discussed in this chapter and Chapter 5).</a:t>
            </a:r>
          </a:p>
          <a:p>
            <a:pPr lvl="1" eaLnBrk="1" hangingPunct="1">
              <a:lnSpc>
                <a:spcPct val="90000"/>
              </a:lnSpc>
            </a:pPr>
            <a:r>
              <a:rPr lang="en-US" altLang="en-US" dirty="0">
                <a:solidFill>
                  <a:srgbClr val="000000"/>
                </a:solidFill>
                <a:latin typeface="Cambria" panose="02040503050406030204" pitchFamily="18" charset="0"/>
              </a:rPr>
              <a:t>The </a:t>
            </a:r>
            <a:r>
              <a:rPr lang="en-US" altLang="en-US" dirty="0">
                <a:solidFill>
                  <a:srgbClr val="000000"/>
                </a:solidFill>
                <a:latin typeface="Consolas" panose="020B0609020204030204" pitchFamily="49" charset="0"/>
              </a:rPr>
              <a:t>if</a:t>
            </a:r>
            <a:r>
              <a:rPr lang="en-US" altLang="en-US" dirty="0">
                <a:solidFill>
                  <a:srgbClr val="000000"/>
                </a:solidFill>
                <a:latin typeface="Cambria" panose="02040503050406030204" pitchFamily="18" charset="0"/>
              </a:rPr>
              <a:t> selection statement either performs (selects) an action (or group of actions) if a condition (predicate) is true or skips the action (or group of actions) if the condition is false.</a:t>
            </a:r>
          </a:p>
          <a:p>
            <a:pPr lvl="1" eaLnBrk="1" hangingPunct="1">
              <a:lnSpc>
                <a:spcPct val="90000"/>
              </a:lnSpc>
            </a:pPr>
            <a:r>
              <a:rPr lang="en-US" altLang="en-US" dirty="0">
                <a:solidFill>
                  <a:srgbClr val="000000"/>
                </a:solidFill>
                <a:latin typeface="Cambria" panose="02040503050406030204" pitchFamily="18" charset="0"/>
              </a:rPr>
              <a:t>The </a:t>
            </a:r>
            <a:r>
              <a:rPr lang="en-US" altLang="en-US" dirty="0">
                <a:solidFill>
                  <a:srgbClr val="000000"/>
                </a:solidFill>
                <a:latin typeface="Consolas" panose="020B0609020204030204" pitchFamily="49" charset="0"/>
              </a:rPr>
              <a:t>if</a:t>
            </a:r>
            <a:r>
              <a:rPr lang="en-US" altLang="en-US" dirty="0">
                <a:solidFill>
                  <a:srgbClr val="000000"/>
                </a:solidFill>
                <a:latin typeface="Cambria" panose="02040503050406030204" pitchFamily="18" charset="0"/>
              </a:rPr>
              <a:t>…</a:t>
            </a:r>
            <a:r>
              <a:rPr lang="en-US" altLang="en-US" dirty="0">
                <a:solidFill>
                  <a:srgbClr val="000000"/>
                </a:solidFill>
                <a:latin typeface="Consolas" panose="020B0609020204030204" pitchFamily="49" charset="0"/>
              </a:rPr>
              <a:t>else</a:t>
            </a:r>
            <a:r>
              <a:rPr lang="en-US" altLang="en-US" dirty="0">
                <a:solidFill>
                  <a:srgbClr val="000000"/>
                </a:solidFill>
                <a:latin typeface="Cambria" panose="02040503050406030204" pitchFamily="18" charset="0"/>
              </a:rPr>
              <a:t> selection statement performs an action (or group of actions) if a condition is true or performs a different action (or group of actions) if the condition is false.</a:t>
            </a:r>
          </a:p>
          <a:p>
            <a:pPr lvl="1" eaLnBrk="1" hangingPunct="1">
              <a:lnSpc>
                <a:spcPct val="90000"/>
              </a:lnSpc>
            </a:pPr>
            <a:r>
              <a:rPr lang="en-US" altLang="en-US" dirty="0">
                <a:solidFill>
                  <a:srgbClr val="000000"/>
                </a:solidFill>
                <a:latin typeface="Cambria" panose="02040503050406030204" pitchFamily="18" charset="0"/>
              </a:rPr>
              <a:t>The </a:t>
            </a:r>
            <a:r>
              <a:rPr lang="en-US" altLang="en-US" dirty="0">
                <a:solidFill>
                  <a:srgbClr val="000000"/>
                </a:solidFill>
                <a:latin typeface="Consolas" panose="020B0609020204030204" pitchFamily="49" charset="0"/>
              </a:rPr>
              <a:t>switch</a:t>
            </a:r>
            <a:r>
              <a:rPr lang="en-US" altLang="en-US" dirty="0">
                <a:solidFill>
                  <a:srgbClr val="000000"/>
                </a:solidFill>
                <a:latin typeface="Cambria" panose="02040503050406030204" pitchFamily="18" charset="0"/>
              </a:rPr>
              <a:t> selection statement (Chapter 5) performs one of many different actions (or groups of actions), depending on the value of an integer expression.</a:t>
            </a:r>
          </a:p>
        </p:txBody>
      </p:sp>
      <p:sp>
        <p:nvSpPr>
          <p:cNvPr id="23556"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fontAlgn="auto" hangingPunct="1">
              <a:spcAft>
                <a:spcPts val="0"/>
              </a:spcAft>
              <a:defRPr/>
            </a:pPr>
            <a:r>
              <a:rPr lang="en-US" dirty="0">
                <a:solidFill>
                  <a:srgbClr val="00B050"/>
                </a:solidFill>
                <a:latin typeface="Arial"/>
              </a:rPr>
              <a:t>4.4.2  Selection Statements</a:t>
            </a:r>
            <a:endParaRPr lang="en-US" dirty="0">
              <a:solidFill>
                <a:srgbClr val="3380E6"/>
              </a:solidFill>
              <a:latin typeface="Arial"/>
            </a:endParaRPr>
          </a:p>
        </p:txBody>
      </p:sp>
      <p:sp>
        <p:nvSpPr>
          <p:cNvPr id="24579" name="Text Placeholder 2"/>
          <p:cNvSpPr>
            <a:spLocks noGrp="1"/>
          </p:cNvSpPr>
          <p:nvPr>
            <p:ph type="body" idx="1"/>
          </p:nvPr>
        </p:nvSpPr>
        <p:spPr/>
        <p:txBody>
          <a:bodyPr/>
          <a:lstStyle/>
          <a:p>
            <a:pPr marL="109537" indent="0" eaLnBrk="1" hangingPunct="1">
              <a:buNone/>
            </a:pPr>
            <a:r>
              <a:rPr lang="en-US" altLang="en-US" dirty="0">
                <a:solidFill>
                  <a:srgbClr val="000000"/>
                </a:solidFill>
                <a:latin typeface="Cambria" panose="02040503050406030204" pitchFamily="18" charset="0"/>
              </a:rPr>
              <a:t>Syntax for if statements:</a:t>
            </a:r>
          </a:p>
          <a:p>
            <a:pPr marL="109537" indent="0" eaLnBrk="1" hangingPunct="1">
              <a:buNone/>
            </a:pPr>
            <a:endParaRPr lang="en-US" altLang="en-US" sz="1600" dirty="0">
              <a:solidFill>
                <a:srgbClr val="0000FF"/>
              </a:solidFill>
              <a:latin typeface="Consolas" panose="020B0609020204030204" pitchFamily="49" charset="0"/>
            </a:endParaRPr>
          </a:p>
          <a:p>
            <a:pPr marL="109537" indent="0" eaLnBrk="1" hangingPunct="1">
              <a:buNone/>
            </a:pPr>
            <a:r>
              <a:rPr lang="en-US" altLang="en-US" sz="1600" dirty="0">
                <a:solidFill>
                  <a:srgbClr val="0000FF"/>
                </a:solidFill>
                <a:latin typeface="Consolas" panose="020B0609020204030204" pitchFamily="49" charset="0"/>
              </a:rPr>
              <a:t>if</a:t>
            </a:r>
            <a:r>
              <a:rPr lang="en-US" altLang="en-US" sz="1600" dirty="0">
                <a:solidFill>
                  <a:srgbClr val="000000"/>
                </a:solidFill>
                <a:latin typeface="Consolas" panose="020B0609020204030204" pitchFamily="49" charset="0"/>
              </a:rPr>
              <a:t> (condition) </a:t>
            </a:r>
          </a:p>
          <a:p>
            <a:pPr marL="109537" indent="0" eaLnBrk="1" hangingPunct="1">
              <a:buNone/>
            </a:pPr>
            <a:r>
              <a:rPr lang="en-US" altLang="en-US" sz="1600" dirty="0">
                <a:solidFill>
                  <a:srgbClr val="000000"/>
                </a:solidFill>
                <a:latin typeface="Consolas" panose="020B0609020204030204" pitchFamily="49" charset="0"/>
              </a:rPr>
              <a:t>  action;</a:t>
            </a:r>
          </a:p>
          <a:p>
            <a:pPr marL="109537" indent="0" eaLnBrk="1" hangingPunct="1">
              <a:buNone/>
            </a:pPr>
            <a:r>
              <a:rPr lang="en-US" altLang="en-US" sz="1600" dirty="0">
                <a:solidFill>
                  <a:srgbClr val="000000"/>
                </a:solidFill>
                <a:latin typeface="Consolas" panose="020B0609020204030204" pitchFamily="49" charset="0"/>
              </a:rPr>
              <a:t/>
            </a:r>
            <a:br>
              <a:rPr lang="en-US" altLang="en-US" sz="1600" dirty="0">
                <a:solidFill>
                  <a:srgbClr val="000000"/>
                </a:solidFill>
                <a:latin typeface="Consolas" panose="020B0609020204030204" pitchFamily="49" charset="0"/>
              </a:rPr>
            </a:br>
            <a:r>
              <a:rPr lang="en-US" altLang="en-US" sz="1600" dirty="0">
                <a:solidFill>
                  <a:srgbClr val="000000"/>
                </a:solidFill>
                <a:latin typeface="Consolas" panose="020B0609020204030204" pitchFamily="49" charset="0"/>
              </a:rPr>
              <a:t>Or if there are several actions,(or only one but for clarity):</a:t>
            </a:r>
            <a:endParaRPr lang="en-US" altLang="en-US" sz="1600" dirty="0">
              <a:solidFill>
                <a:srgbClr val="0000FF"/>
              </a:solidFill>
              <a:latin typeface="Consolas" panose="020B0609020204030204" pitchFamily="49" charset="0"/>
            </a:endParaRPr>
          </a:p>
          <a:p>
            <a:pPr marL="109537" indent="0" eaLnBrk="1" hangingPunct="1">
              <a:buNone/>
            </a:pPr>
            <a:r>
              <a:rPr lang="en-US" altLang="en-US" sz="1600" dirty="0">
                <a:solidFill>
                  <a:srgbClr val="0000FF"/>
                </a:solidFill>
                <a:latin typeface="Consolas" panose="020B0609020204030204" pitchFamily="49" charset="0"/>
              </a:rPr>
              <a:t>if</a:t>
            </a:r>
            <a:r>
              <a:rPr lang="en-US" altLang="en-US" sz="1600" dirty="0">
                <a:solidFill>
                  <a:srgbClr val="000000"/>
                </a:solidFill>
                <a:latin typeface="Consolas" panose="020B0609020204030204" pitchFamily="49" charset="0"/>
              </a:rPr>
              <a:t> (condition) </a:t>
            </a:r>
          </a:p>
          <a:p>
            <a:pPr marL="109537" indent="0" eaLnBrk="1" hangingPunct="1">
              <a:buNone/>
            </a:pPr>
            <a:r>
              <a:rPr lang="en-US" altLang="en-US" sz="1600" dirty="0">
                <a:solidFill>
                  <a:srgbClr val="000000"/>
                </a:solidFill>
                <a:latin typeface="Consolas" panose="020B0609020204030204" pitchFamily="49" charset="0"/>
              </a:rPr>
              <a:t>{ </a:t>
            </a:r>
            <a:br>
              <a:rPr lang="en-US" altLang="en-US" sz="1600" dirty="0">
                <a:solidFill>
                  <a:srgbClr val="000000"/>
                </a:solidFill>
                <a:latin typeface="Consolas" panose="020B0609020204030204" pitchFamily="49" charset="0"/>
              </a:rPr>
            </a:br>
            <a:r>
              <a:rPr lang="en-US" altLang="en-US" sz="1600" dirty="0">
                <a:solidFill>
                  <a:srgbClr val="000000"/>
                </a:solidFill>
                <a:latin typeface="Consolas" panose="020B0609020204030204" pitchFamily="49" charset="0"/>
              </a:rPr>
              <a:t>  action1;</a:t>
            </a:r>
          </a:p>
          <a:p>
            <a:pPr marL="109537" indent="0" eaLnBrk="1" hangingPunct="1">
              <a:buNone/>
            </a:pPr>
            <a:r>
              <a:rPr lang="en-US" altLang="en-US" sz="1600" dirty="0">
                <a:solidFill>
                  <a:srgbClr val="000000"/>
                </a:solidFill>
                <a:latin typeface="Consolas" panose="020B0609020204030204" pitchFamily="49" charset="0"/>
              </a:rPr>
              <a:t>  action1;</a:t>
            </a:r>
          </a:p>
          <a:p>
            <a:pPr marL="109537" indent="0" eaLnBrk="1" hangingPunct="1">
              <a:buNone/>
            </a:pPr>
            <a:r>
              <a:rPr lang="en-US" altLang="en-US" sz="1600" dirty="0">
                <a:solidFill>
                  <a:srgbClr val="000000"/>
                </a:solidFill>
                <a:latin typeface="Consolas" panose="020B0609020204030204" pitchFamily="49" charset="0"/>
              </a:rPr>
              <a:t>}</a:t>
            </a:r>
          </a:p>
          <a:p>
            <a:pPr marL="109537" indent="0" eaLnBrk="1" hangingPunct="1">
              <a:buNone/>
            </a:pPr>
            <a:r>
              <a:rPr lang="en-US" altLang="en-US" sz="2800" dirty="0">
                <a:solidFill>
                  <a:srgbClr val="000000"/>
                </a:solidFill>
                <a:latin typeface="Consolas" panose="020B0609020204030204" pitchFamily="49" charset="0"/>
              </a:rPr>
              <a:t/>
            </a:r>
            <a:br>
              <a:rPr lang="en-US" altLang="en-US" sz="2800" dirty="0">
                <a:solidFill>
                  <a:srgbClr val="000000"/>
                </a:solidFill>
                <a:latin typeface="Consolas" panose="020B0609020204030204" pitchFamily="49" charset="0"/>
              </a:rPr>
            </a:br>
            <a:endParaRPr lang="en-US" altLang="en-US" sz="2800" dirty="0">
              <a:solidFill>
                <a:srgbClr val="000000"/>
              </a:solidFill>
              <a:latin typeface="Consolas" panose="020B0609020204030204" pitchFamily="49" charset="0"/>
            </a:endParaRPr>
          </a:p>
          <a:p>
            <a:pPr marL="109537" indent="0" eaLnBrk="1" hangingPunct="1">
              <a:buNone/>
            </a:pPr>
            <a:endParaRPr lang="en-US" altLang="en-US" dirty="0">
              <a:solidFill>
                <a:srgbClr val="000000"/>
              </a:solidFill>
              <a:latin typeface="Cambria" panose="02040503050406030204" pitchFamily="18" charset="0"/>
            </a:endParaRPr>
          </a:p>
        </p:txBody>
      </p:sp>
      <p:sp>
        <p:nvSpPr>
          <p:cNvPr id="24580"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20"/>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457200"/>
            <a:ext cx="9144000" cy="3099197"/>
          </a:xfrm>
          <a:prstGeom prst="rect">
            <a:avLst/>
          </a:prstGeom>
          <a:noFill/>
          <a:ln>
            <a:noFill/>
          </a:ln>
        </p:spPr>
      </p:pic>
      <p:sp>
        <p:nvSpPr>
          <p:cNvPr id="3" name="Rectangle 2"/>
          <p:cNvSpPr/>
          <p:nvPr/>
        </p:nvSpPr>
        <p:spPr>
          <a:xfrm>
            <a:off x="2514600" y="3733800"/>
            <a:ext cx="4572000" cy="1200329"/>
          </a:xfrm>
          <a:prstGeom prst="rect">
            <a:avLst/>
          </a:prstGeom>
        </p:spPr>
        <p:txBody>
          <a:bodyPr>
            <a:spAutoFit/>
          </a:bodyPr>
          <a:lstStyle/>
          <a:p>
            <a:r>
              <a:rPr lang="en-GB" dirty="0"/>
              <a:t>if (grade &gt;= 60) </a:t>
            </a:r>
            <a:endParaRPr lang="en-GB" dirty="0" smtClean="0"/>
          </a:p>
          <a:p>
            <a:r>
              <a:rPr lang="en-GB" dirty="0"/>
              <a:t>	</a:t>
            </a:r>
            <a:r>
              <a:rPr lang="en-GB" dirty="0" smtClean="0"/>
              <a:t>{ </a:t>
            </a:r>
          </a:p>
          <a:p>
            <a:r>
              <a:rPr lang="en-GB" dirty="0"/>
              <a:t>	</a:t>
            </a:r>
            <a:r>
              <a:rPr lang="en-GB" dirty="0" err="1" smtClean="0"/>
              <a:t>cout</a:t>
            </a:r>
            <a:r>
              <a:rPr lang="en-GB" dirty="0" smtClean="0"/>
              <a:t> </a:t>
            </a:r>
            <a:r>
              <a:rPr lang="en-GB" dirty="0"/>
              <a:t>&lt;&lt; "Passed</a:t>
            </a:r>
            <a:r>
              <a:rPr lang="en-GB" dirty="0" smtClean="0"/>
              <a:t>";</a:t>
            </a:r>
          </a:p>
          <a:p>
            <a:r>
              <a:rPr lang="en-GB" dirty="0"/>
              <a:t>	</a:t>
            </a:r>
            <a:r>
              <a:rPr lang="en-GB" dirty="0" smtClean="0"/>
              <a:t> </a:t>
            </a:r>
            <a:r>
              <a:rPr lang="en-GB" dirty="0"/>
              <a:t>} </a:t>
            </a:r>
            <a:endParaRPr lang="en-GB" dirty="0" smtClean="0"/>
          </a:p>
        </p:txBody>
      </p:sp>
    </p:spTree>
    <p:extLst>
      <p:ext uri="{BB962C8B-B14F-4D97-AF65-F5344CB8AC3E}">
        <p14:creationId xmlns:p14="http://schemas.microsoft.com/office/powerpoint/2010/main" val="13236050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3BC5B61C-04B8-4FC2-859B-43B63A0368ED}" type="slidenum">
              <a:rPr lang="en-US" altLang="en-US" sz="1400"/>
              <a:pPr>
                <a:spcBef>
                  <a:spcPct val="0"/>
                </a:spcBef>
                <a:buClrTx/>
                <a:buSzTx/>
                <a:buFontTx/>
                <a:buNone/>
              </a:pPr>
              <a:t>13</a:t>
            </a:fld>
            <a:endParaRPr lang="en-US" altLang="en-US" sz="1400"/>
          </a:p>
        </p:txBody>
      </p:sp>
      <p:sp>
        <p:nvSpPr>
          <p:cNvPr id="15363" name="Rectangle 2"/>
          <p:cNvSpPr>
            <a:spLocks noGrp="1" noChangeArrowheads="1"/>
          </p:cNvSpPr>
          <p:nvPr>
            <p:ph type="title"/>
          </p:nvPr>
        </p:nvSpPr>
        <p:spPr>
          <a:xfrm>
            <a:off x="685800" y="0"/>
            <a:ext cx="7772400" cy="1428750"/>
          </a:xfrm>
        </p:spPr>
        <p:txBody>
          <a:bodyPr/>
          <a:lstStyle/>
          <a:p>
            <a:pPr algn="ctr"/>
            <a:r>
              <a:rPr lang="en-US" altLang="en-US" dirty="0" smtClean="0"/>
              <a:t>Simple if Demo</a:t>
            </a:r>
          </a:p>
        </p:txBody>
      </p:sp>
      <p:sp>
        <p:nvSpPr>
          <p:cNvPr id="15364" name="Text Box 11"/>
          <p:cNvSpPr txBox="1">
            <a:spLocks noChangeArrowheads="1"/>
          </p:cNvSpPr>
          <p:nvPr/>
        </p:nvSpPr>
        <p:spPr bwMode="auto">
          <a:xfrm>
            <a:off x="381000" y="1076325"/>
            <a:ext cx="841057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a:t>Write a program that prompts the user to enter an integer. If the number is a multiple of 5, print HiFive. If the number is divisible by 2, print HiEven.</a:t>
            </a:r>
          </a:p>
        </p:txBody>
      </p:sp>
      <p:sp>
        <p:nvSpPr>
          <p:cNvPr id="15365" name="Rectangle 7"/>
          <p:cNvSpPr>
            <a:spLocks noChangeArrowheads="1"/>
          </p:cNvSpPr>
          <p:nvPr/>
        </p:nvSpPr>
        <p:spPr bwMode="auto">
          <a:xfrm>
            <a:off x="381000" y="2362200"/>
            <a:ext cx="4800600" cy="3139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800" dirty="0" smtClean="0"/>
              <a:t>  </a:t>
            </a:r>
            <a:r>
              <a:rPr lang="en-US" altLang="en-US" sz="1800" dirty="0" err="1" smtClean="0"/>
              <a:t>int</a:t>
            </a:r>
            <a:r>
              <a:rPr lang="en-US" altLang="en-US" sz="1800" dirty="0" smtClean="0"/>
              <a:t> </a:t>
            </a:r>
            <a:r>
              <a:rPr lang="en-US" altLang="en-US" sz="1800" dirty="0"/>
              <a:t>main</a:t>
            </a:r>
            <a:r>
              <a:rPr lang="en-US" altLang="en-US" sz="1800" dirty="0" smtClean="0"/>
              <a:t>() </a:t>
            </a:r>
            <a:r>
              <a:rPr lang="en-US" altLang="en-US" sz="1800" dirty="0"/>
              <a:t>{</a:t>
            </a:r>
            <a:br>
              <a:rPr lang="en-US" altLang="en-US" sz="1800" dirty="0"/>
            </a:br>
            <a:r>
              <a:rPr lang="en-US" altLang="en-US" sz="1800" dirty="0" smtClean="0"/>
              <a:t>   </a:t>
            </a:r>
            <a:r>
              <a:rPr lang="en-US" altLang="en-US" sz="1800" dirty="0" err="1" smtClean="0"/>
              <a:t>cout</a:t>
            </a:r>
            <a:r>
              <a:rPr lang="en-US" altLang="en-US" sz="1800" dirty="0"/>
              <a:t> </a:t>
            </a:r>
            <a:r>
              <a:rPr lang="en-US" altLang="en-US" sz="1800" dirty="0" smtClean="0"/>
              <a:t>&lt;&lt; "</a:t>
            </a:r>
            <a:r>
              <a:rPr lang="en-US" altLang="en-US" sz="1800" dirty="0"/>
              <a:t>Enter an integer: </a:t>
            </a:r>
            <a:r>
              <a:rPr lang="en-US" altLang="en-US" sz="1800" dirty="0" smtClean="0"/>
              <a:t>“;</a:t>
            </a:r>
            <a:r>
              <a:rPr lang="en-US" altLang="en-US" sz="1800" dirty="0"/>
              <a:t/>
            </a:r>
            <a:br>
              <a:rPr lang="en-US" altLang="en-US" sz="1800" dirty="0"/>
            </a:br>
            <a:r>
              <a:rPr lang="en-US" altLang="en-US" sz="1800" dirty="0"/>
              <a:t>    </a:t>
            </a:r>
            <a:r>
              <a:rPr lang="en-US" altLang="en-US" sz="1800" dirty="0" err="1"/>
              <a:t>int</a:t>
            </a:r>
            <a:r>
              <a:rPr lang="en-US" altLang="en-US" sz="1800" dirty="0"/>
              <a:t> </a:t>
            </a:r>
            <a:r>
              <a:rPr lang="en-US" altLang="en-US" sz="1800" dirty="0" smtClean="0"/>
              <a:t>number;</a:t>
            </a:r>
          </a:p>
          <a:p>
            <a:pPr>
              <a:spcBef>
                <a:spcPct val="0"/>
              </a:spcBef>
              <a:buClrTx/>
              <a:buSzTx/>
              <a:buFontTx/>
              <a:buNone/>
            </a:pPr>
            <a:r>
              <a:rPr lang="en-US" altLang="en-US" sz="1800" dirty="0"/>
              <a:t> </a:t>
            </a:r>
            <a:r>
              <a:rPr lang="en-US" altLang="en-US" sz="1800" dirty="0" smtClean="0"/>
              <a:t>  </a:t>
            </a:r>
            <a:r>
              <a:rPr lang="en-US" altLang="en-US" sz="1800" dirty="0" err="1" smtClean="0"/>
              <a:t>cin</a:t>
            </a:r>
            <a:r>
              <a:rPr lang="en-US" altLang="en-US" sz="1800" dirty="0" smtClean="0"/>
              <a:t> &gt;&gt; number;</a:t>
            </a:r>
            <a:r>
              <a:rPr lang="en-US" altLang="en-US" sz="1800" dirty="0"/>
              <a:t/>
            </a:r>
            <a:br>
              <a:rPr lang="en-US" altLang="en-US" sz="1800" dirty="0"/>
            </a:br>
            <a:r>
              <a:rPr lang="en-US" altLang="en-US" sz="1800" dirty="0"/>
              <a:t/>
            </a:r>
            <a:br>
              <a:rPr lang="en-US" altLang="en-US" sz="1800" dirty="0"/>
            </a:br>
            <a:r>
              <a:rPr lang="en-US" altLang="en-US" sz="1800" dirty="0"/>
              <a:t>    if (number % 5 == 0)</a:t>
            </a:r>
            <a:br>
              <a:rPr lang="en-US" altLang="en-US" sz="1800" dirty="0"/>
            </a:br>
            <a:r>
              <a:rPr lang="en-US" altLang="en-US" sz="1800" dirty="0"/>
              <a:t>      </a:t>
            </a:r>
            <a:r>
              <a:rPr lang="en-US" altLang="en-US" sz="1800" dirty="0" err="1" smtClean="0"/>
              <a:t>cout</a:t>
            </a:r>
            <a:r>
              <a:rPr lang="en-US" altLang="en-US" sz="1800" dirty="0" smtClean="0"/>
              <a:t> &lt;&lt;"</a:t>
            </a:r>
            <a:r>
              <a:rPr lang="en-US" altLang="en-US" sz="1800" dirty="0" err="1"/>
              <a:t>HiFive</a:t>
            </a:r>
            <a:r>
              <a:rPr lang="en-US" altLang="en-US" sz="1800" dirty="0" smtClean="0"/>
              <a:t>";</a:t>
            </a:r>
            <a:r>
              <a:rPr lang="en-US" altLang="en-US" sz="1800" dirty="0"/>
              <a:t/>
            </a:r>
            <a:br>
              <a:rPr lang="en-US" altLang="en-US" sz="1800" dirty="0"/>
            </a:br>
            <a:r>
              <a:rPr lang="en-US" altLang="en-US" sz="1800" dirty="0"/>
              <a:t/>
            </a:r>
            <a:br>
              <a:rPr lang="en-US" altLang="en-US" sz="1800" dirty="0"/>
            </a:br>
            <a:r>
              <a:rPr lang="en-US" altLang="en-US" sz="1800" dirty="0"/>
              <a:t>    if (number % 2 == 0)</a:t>
            </a:r>
            <a:br>
              <a:rPr lang="en-US" altLang="en-US" sz="1800" dirty="0"/>
            </a:br>
            <a:r>
              <a:rPr lang="en-US" altLang="en-US" sz="1800" dirty="0"/>
              <a:t>      </a:t>
            </a:r>
            <a:r>
              <a:rPr lang="en-US" altLang="en-US" sz="1800" dirty="0" err="1" smtClean="0"/>
              <a:t>cout</a:t>
            </a:r>
            <a:r>
              <a:rPr lang="en-US" altLang="en-US" sz="1800" dirty="0" smtClean="0"/>
              <a:t> &lt;&lt; "</a:t>
            </a:r>
            <a:r>
              <a:rPr lang="en-US" altLang="en-US" sz="1800" dirty="0" err="1" smtClean="0"/>
              <a:t>HiEven</a:t>
            </a:r>
            <a:r>
              <a:rPr lang="en-US" altLang="en-US" sz="1800" dirty="0" smtClean="0"/>
              <a:t>“;</a:t>
            </a:r>
            <a:r>
              <a:rPr lang="en-US" altLang="en-US" sz="1800" dirty="0"/>
              <a:t/>
            </a:r>
            <a:br>
              <a:rPr lang="en-US" altLang="en-US" sz="1800" dirty="0"/>
            </a:br>
            <a:r>
              <a:rPr lang="en-US" altLang="en-US" sz="1800" dirty="0"/>
              <a:t>  </a:t>
            </a:r>
            <a:r>
              <a:rPr lang="en-US" altLang="en-US" sz="1800" dirty="0" smtClean="0"/>
              <a:t>}</a:t>
            </a:r>
            <a:endParaRPr lang="en-US" altLang="en-US" sz="1800" dirty="0"/>
          </a:p>
        </p:txBody>
      </p:sp>
      <p:sp>
        <p:nvSpPr>
          <p:cNvPr id="15366" name="Rectangle 8"/>
          <p:cNvSpPr>
            <a:spLocks noChangeArrowheads="1"/>
          </p:cNvSpPr>
          <p:nvPr/>
        </p:nvSpPr>
        <p:spPr bwMode="auto">
          <a:xfrm>
            <a:off x="6108700" y="2852738"/>
            <a:ext cx="2019300"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t>Enter an interger</a:t>
            </a:r>
          </a:p>
          <a:p>
            <a:pPr>
              <a:spcBef>
                <a:spcPct val="0"/>
              </a:spcBef>
              <a:buClrTx/>
              <a:buSzTx/>
              <a:buFontTx/>
              <a:buNone/>
            </a:pPr>
            <a:r>
              <a:rPr lang="en-US" altLang="en-US" sz="1600">
                <a:solidFill>
                  <a:srgbClr val="FF0000"/>
                </a:solidFill>
              </a:rPr>
              <a:t>5</a:t>
            </a:r>
          </a:p>
          <a:p>
            <a:pPr>
              <a:spcBef>
                <a:spcPct val="0"/>
              </a:spcBef>
              <a:buClrTx/>
              <a:buSzTx/>
              <a:buFontTx/>
              <a:buNone/>
            </a:pPr>
            <a:r>
              <a:rPr lang="en-US" altLang="en-US" sz="1600">
                <a:solidFill>
                  <a:srgbClr val="FF0000"/>
                </a:solidFill>
              </a:rPr>
              <a:t>Hi five</a:t>
            </a:r>
          </a:p>
          <a:p>
            <a:pPr>
              <a:spcBef>
                <a:spcPct val="0"/>
              </a:spcBef>
              <a:buClrTx/>
              <a:buSzTx/>
              <a:buFontTx/>
              <a:buNone/>
            </a:pPr>
            <a:r>
              <a:rPr lang="en-US" altLang="en-US" sz="1600"/>
              <a:t>Enter an integer: </a:t>
            </a:r>
            <a:br>
              <a:rPr lang="en-US" altLang="en-US" sz="1600"/>
            </a:br>
            <a:r>
              <a:rPr lang="en-US" altLang="en-US" sz="1600">
                <a:solidFill>
                  <a:srgbClr val="FF0000"/>
                </a:solidFill>
              </a:rPr>
              <a:t>30</a:t>
            </a:r>
            <a:br>
              <a:rPr lang="en-US" altLang="en-US" sz="1600">
                <a:solidFill>
                  <a:srgbClr val="FF0000"/>
                </a:solidFill>
              </a:rPr>
            </a:br>
            <a:r>
              <a:rPr lang="en-US" altLang="en-US" sz="1600">
                <a:solidFill>
                  <a:srgbClr val="FF0000"/>
                </a:solidFill>
              </a:rPr>
              <a:t>HiFive</a:t>
            </a:r>
            <a:br>
              <a:rPr lang="en-US" altLang="en-US" sz="1600">
                <a:solidFill>
                  <a:srgbClr val="FF0000"/>
                </a:solidFill>
              </a:rPr>
            </a:br>
            <a:r>
              <a:rPr lang="en-US" altLang="en-US" sz="1600">
                <a:solidFill>
                  <a:srgbClr val="FF0000"/>
                </a:solidFill>
              </a:rPr>
              <a:t>HiEven</a:t>
            </a:r>
          </a:p>
        </p:txBody>
      </p:sp>
    </p:spTree>
    <p:extLst>
      <p:ext uri="{BB962C8B-B14F-4D97-AF65-F5344CB8AC3E}">
        <p14:creationId xmlns:p14="http://schemas.microsoft.com/office/powerpoint/2010/main" val="345649651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fontAlgn="auto" hangingPunct="1">
              <a:spcAft>
                <a:spcPts val="0"/>
              </a:spcAft>
              <a:defRPr/>
            </a:pPr>
            <a:r>
              <a:rPr lang="en-US" dirty="0">
                <a:solidFill>
                  <a:srgbClr val="00B050"/>
                </a:solidFill>
                <a:latin typeface="Arial"/>
              </a:rPr>
              <a:t>4.4.2  Selection Statements</a:t>
            </a:r>
            <a:endParaRPr lang="en-US" dirty="0">
              <a:solidFill>
                <a:srgbClr val="3380E6"/>
              </a:solidFill>
              <a:latin typeface="Arial"/>
            </a:endParaRPr>
          </a:p>
        </p:txBody>
      </p:sp>
      <p:sp>
        <p:nvSpPr>
          <p:cNvPr id="24579" name="Text Placeholder 2"/>
          <p:cNvSpPr>
            <a:spLocks noGrp="1"/>
          </p:cNvSpPr>
          <p:nvPr>
            <p:ph type="body" idx="1"/>
          </p:nvPr>
        </p:nvSpPr>
        <p:spPr/>
        <p:txBody>
          <a:bodyPr/>
          <a:lstStyle/>
          <a:p>
            <a:pPr marL="109537" indent="0" eaLnBrk="1" hangingPunct="1">
              <a:buNone/>
            </a:pPr>
            <a:r>
              <a:rPr lang="en-US" altLang="en-US" dirty="0">
                <a:solidFill>
                  <a:srgbClr val="000000"/>
                </a:solidFill>
                <a:latin typeface="Cambria" panose="02040503050406030204" pitchFamily="18" charset="0"/>
              </a:rPr>
              <a:t>Syntax for if—else statements:</a:t>
            </a:r>
          </a:p>
          <a:p>
            <a:pPr marL="109537" indent="0" eaLnBrk="1" hangingPunct="1">
              <a:buNone/>
            </a:pPr>
            <a:r>
              <a:rPr lang="en-US" altLang="en-US" sz="1600" dirty="0">
                <a:solidFill>
                  <a:srgbClr val="0000FF"/>
                </a:solidFill>
                <a:latin typeface="Consolas" panose="020B0609020204030204" pitchFamily="49" charset="0"/>
              </a:rPr>
              <a:t>if</a:t>
            </a:r>
            <a:r>
              <a:rPr lang="en-US" altLang="en-US" sz="1600" dirty="0">
                <a:solidFill>
                  <a:srgbClr val="000000"/>
                </a:solidFill>
                <a:latin typeface="Consolas" panose="020B0609020204030204" pitchFamily="49" charset="0"/>
              </a:rPr>
              <a:t> (condition) </a:t>
            </a:r>
          </a:p>
          <a:p>
            <a:pPr marL="109537" indent="0" eaLnBrk="1" hangingPunct="1">
              <a:buNone/>
            </a:pPr>
            <a:r>
              <a:rPr lang="en-US" altLang="en-US" sz="1600" dirty="0">
                <a:solidFill>
                  <a:srgbClr val="000000"/>
                </a:solidFill>
                <a:latin typeface="Consolas" panose="020B0609020204030204" pitchFamily="49" charset="0"/>
              </a:rPr>
              <a:t>  action1;</a:t>
            </a:r>
          </a:p>
          <a:p>
            <a:pPr marL="109537" indent="0" eaLnBrk="1" hangingPunct="1">
              <a:buNone/>
            </a:pPr>
            <a:r>
              <a:rPr lang="en-US" altLang="en-US" sz="1600" dirty="0">
                <a:solidFill>
                  <a:srgbClr val="0000FF"/>
                </a:solidFill>
                <a:latin typeface="Consolas" panose="020B0609020204030204" pitchFamily="49" charset="0"/>
              </a:rPr>
              <a:t>else</a:t>
            </a:r>
          </a:p>
          <a:p>
            <a:pPr marL="109537" indent="0" eaLnBrk="1" hangingPunct="1">
              <a:buNone/>
            </a:pPr>
            <a:r>
              <a:rPr lang="en-US" altLang="en-US" sz="1600" dirty="0">
                <a:solidFill>
                  <a:srgbClr val="000000"/>
                </a:solidFill>
                <a:latin typeface="Consolas" panose="020B0609020204030204" pitchFamily="49" charset="0"/>
              </a:rPr>
              <a:t>  action2;</a:t>
            </a:r>
          </a:p>
          <a:p>
            <a:pPr marL="109537" indent="0" eaLnBrk="1" hangingPunct="1">
              <a:buNone/>
            </a:pPr>
            <a:r>
              <a:rPr lang="en-US" altLang="en-US" sz="1600" dirty="0">
                <a:solidFill>
                  <a:srgbClr val="000000"/>
                </a:solidFill>
                <a:latin typeface="Consolas" panose="020B0609020204030204" pitchFamily="49" charset="0"/>
              </a:rPr>
              <a:t/>
            </a:r>
            <a:br>
              <a:rPr lang="en-US" altLang="en-US" sz="1600" dirty="0">
                <a:solidFill>
                  <a:srgbClr val="000000"/>
                </a:solidFill>
                <a:latin typeface="Consolas" panose="020B0609020204030204" pitchFamily="49" charset="0"/>
              </a:rPr>
            </a:br>
            <a:r>
              <a:rPr lang="en-US" altLang="en-US" sz="1600" dirty="0">
                <a:solidFill>
                  <a:srgbClr val="000000"/>
                </a:solidFill>
                <a:latin typeface="Consolas" panose="020B0609020204030204" pitchFamily="49" charset="0"/>
              </a:rPr>
              <a:t>Or as before, if there are several actions, or for clarity:</a:t>
            </a:r>
            <a:endParaRPr lang="en-US" altLang="en-US" sz="1600" dirty="0">
              <a:solidFill>
                <a:srgbClr val="0000FF"/>
              </a:solidFill>
              <a:latin typeface="Consolas" panose="020B0609020204030204" pitchFamily="49" charset="0"/>
            </a:endParaRPr>
          </a:p>
          <a:p>
            <a:pPr marL="109537" indent="0" eaLnBrk="1" hangingPunct="1">
              <a:buNone/>
            </a:pPr>
            <a:r>
              <a:rPr lang="en-US" altLang="en-US" sz="1600" dirty="0">
                <a:solidFill>
                  <a:srgbClr val="0000FF"/>
                </a:solidFill>
                <a:latin typeface="Consolas" panose="020B0609020204030204" pitchFamily="49" charset="0"/>
              </a:rPr>
              <a:t>if</a:t>
            </a:r>
            <a:r>
              <a:rPr lang="en-US" altLang="en-US" sz="1600" dirty="0">
                <a:solidFill>
                  <a:srgbClr val="000000"/>
                </a:solidFill>
                <a:latin typeface="Consolas" panose="020B0609020204030204" pitchFamily="49" charset="0"/>
              </a:rPr>
              <a:t> (condition) </a:t>
            </a:r>
          </a:p>
          <a:p>
            <a:pPr marL="109537" indent="0" eaLnBrk="1" hangingPunct="1">
              <a:buNone/>
            </a:pPr>
            <a:r>
              <a:rPr lang="en-US" altLang="en-US" sz="1600" dirty="0">
                <a:solidFill>
                  <a:srgbClr val="000000"/>
                </a:solidFill>
                <a:latin typeface="Consolas" panose="020B0609020204030204" pitchFamily="49" charset="0"/>
              </a:rPr>
              <a:t>  action1;</a:t>
            </a:r>
          </a:p>
          <a:p>
            <a:pPr marL="109537" indent="0" eaLnBrk="1" hangingPunct="1">
              <a:buNone/>
            </a:pPr>
            <a:r>
              <a:rPr lang="en-US" altLang="en-US" sz="1600" dirty="0">
                <a:solidFill>
                  <a:srgbClr val="0000FF"/>
                </a:solidFill>
                <a:latin typeface="Consolas" panose="020B0609020204030204" pitchFamily="49" charset="0"/>
              </a:rPr>
              <a:t>else</a:t>
            </a:r>
          </a:p>
          <a:p>
            <a:pPr marL="109537" indent="0" eaLnBrk="1" hangingPunct="1">
              <a:buNone/>
            </a:pPr>
            <a:r>
              <a:rPr lang="en-US" altLang="en-US" sz="1600" dirty="0">
                <a:solidFill>
                  <a:srgbClr val="000000"/>
                </a:solidFill>
                <a:latin typeface="Consolas" panose="020B0609020204030204" pitchFamily="49" charset="0"/>
              </a:rPr>
              <a:t>{</a:t>
            </a:r>
          </a:p>
          <a:p>
            <a:pPr marL="109537" indent="0" eaLnBrk="1" hangingPunct="1">
              <a:buNone/>
            </a:pPr>
            <a:r>
              <a:rPr lang="en-US" altLang="en-US" sz="1600" dirty="0">
                <a:solidFill>
                  <a:srgbClr val="000000"/>
                </a:solidFill>
                <a:latin typeface="Consolas" panose="020B0609020204030204" pitchFamily="49" charset="0"/>
              </a:rPr>
              <a:t>  action2; </a:t>
            </a:r>
          </a:p>
          <a:p>
            <a:pPr marL="109537" indent="0" eaLnBrk="1" hangingPunct="1">
              <a:buNone/>
            </a:pPr>
            <a:r>
              <a:rPr lang="en-US" altLang="en-US" sz="1600" dirty="0">
                <a:solidFill>
                  <a:srgbClr val="000000"/>
                </a:solidFill>
                <a:latin typeface="Consolas" panose="020B0609020204030204" pitchFamily="49" charset="0"/>
              </a:rPr>
              <a:t>  action2;</a:t>
            </a:r>
          </a:p>
          <a:p>
            <a:pPr marL="109537" indent="0" eaLnBrk="1" hangingPunct="1">
              <a:buNone/>
            </a:pPr>
            <a:r>
              <a:rPr lang="en-US" altLang="en-US" sz="1600" dirty="0">
                <a:solidFill>
                  <a:srgbClr val="000000"/>
                </a:solidFill>
                <a:latin typeface="Consolas" panose="020B0609020204030204" pitchFamily="49" charset="0"/>
              </a:rPr>
              <a:t>}</a:t>
            </a:r>
            <a:endParaRPr lang="en-US" altLang="en-US" sz="1600" dirty="0">
              <a:solidFill>
                <a:srgbClr val="0000FF"/>
              </a:solidFill>
              <a:latin typeface="Consolas" panose="020B0609020204030204" pitchFamily="49" charset="0"/>
            </a:endParaRPr>
          </a:p>
          <a:p>
            <a:pPr marL="109537" indent="0" eaLnBrk="1" hangingPunct="1">
              <a:buNone/>
            </a:pPr>
            <a:r>
              <a:rPr lang="en-US" altLang="en-US" sz="2800" dirty="0">
                <a:solidFill>
                  <a:srgbClr val="000000"/>
                </a:solidFill>
                <a:latin typeface="Consolas" panose="020B0609020204030204" pitchFamily="49" charset="0"/>
              </a:rPr>
              <a:t/>
            </a:r>
            <a:br>
              <a:rPr lang="en-US" altLang="en-US" sz="2800" dirty="0">
                <a:solidFill>
                  <a:srgbClr val="000000"/>
                </a:solidFill>
                <a:latin typeface="Consolas" panose="020B0609020204030204" pitchFamily="49" charset="0"/>
              </a:rPr>
            </a:br>
            <a:endParaRPr lang="en-US" altLang="en-US" sz="2800" dirty="0">
              <a:solidFill>
                <a:srgbClr val="000000"/>
              </a:solidFill>
              <a:latin typeface="Consolas" panose="020B0609020204030204" pitchFamily="49" charset="0"/>
            </a:endParaRPr>
          </a:p>
          <a:p>
            <a:pPr marL="109537" indent="0" eaLnBrk="1" hangingPunct="1">
              <a:buNone/>
            </a:pPr>
            <a:endParaRPr lang="en-US" altLang="en-US" dirty="0">
              <a:solidFill>
                <a:srgbClr val="000000"/>
              </a:solidFill>
              <a:latin typeface="Cambria" panose="02040503050406030204" pitchFamily="18" charset="0"/>
            </a:endParaRPr>
          </a:p>
        </p:txBody>
      </p:sp>
      <p:sp>
        <p:nvSpPr>
          <p:cNvPr id="24580"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extLst>
      <p:ext uri="{BB962C8B-B14F-4D97-AF65-F5344CB8AC3E}">
        <p14:creationId xmlns:p14="http://schemas.microsoft.com/office/powerpoint/2010/main" val="29847794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5F272C17-99A9-4F60-9453-3ACC8BEC60D5}" type="slidenum">
              <a:rPr lang="en-US" altLang="en-US" sz="1400"/>
              <a:pPr>
                <a:spcBef>
                  <a:spcPct val="0"/>
                </a:spcBef>
                <a:buClrTx/>
                <a:buSzTx/>
                <a:buFontTx/>
                <a:buNone/>
              </a:pPr>
              <a:t>15</a:t>
            </a:fld>
            <a:endParaRPr lang="en-US" altLang="en-US" sz="1400"/>
          </a:p>
        </p:txBody>
      </p:sp>
      <p:sp>
        <p:nvSpPr>
          <p:cNvPr id="17411" name="Rectangle 2"/>
          <p:cNvSpPr>
            <a:spLocks noGrp="1" noChangeArrowheads="1"/>
          </p:cNvSpPr>
          <p:nvPr>
            <p:ph type="title"/>
          </p:nvPr>
        </p:nvSpPr>
        <p:spPr>
          <a:xfrm>
            <a:off x="685800" y="0"/>
            <a:ext cx="7772400" cy="1428750"/>
          </a:xfrm>
        </p:spPr>
        <p:txBody>
          <a:bodyPr/>
          <a:lstStyle/>
          <a:p>
            <a:r>
              <a:rPr lang="en-US" altLang="en-US" smtClean="0"/>
              <a:t>The Two-way </a:t>
            </a:r>
            <a:r>
              <a:rPr lang="en-US" altLang="en-US" sz="4200" smtClean="0">
                <a:latin typeface="Courier New" panose="02070309020205020404" pitchFamily="49" charset="0"/>
              </a:rPr>
              <a:t>if</a:t>
            </a:r>
            <a:r>
              <a:rPr lang="en-US" altLang="en-US" smtClean="0"/>
              <a:t> Statement</a:t>
            </a:r>
            <a:endParaRPr lang="en-US" altLang="en-US" smtClean="0">
              <a:solidFill>
                <a:schemeClr val="tx1"/>
              </a:solidFill>
            </a:endParaRPr>
          </a:p>
        </p:txBody>
      </p:sp>
      <p:sp>
        <p:nvSpPr>
          <p:cNvPr id="17412" name="Rectangle 3"/>
          <p:cNvSpPr>
            <a:spLocks noGrp="1" noChangeArrowheads="1"/>
          </p:cNvSpPr>
          <p:nvPr>
            <p:ph type="body" idx="1"/>
          </p:nvPr>
        </p:nvSpPr>
        <p:spPr>
          <a:xfrm>
            <a:off x="692150" y="1085850"/>
            <a:ext cx="8001000" cy="2057400"/>
          </a:xfrm>
        </p:spPr>
        <p:txBody>
          <a:bodyPr/>
          <a:lstStyle/>
          <a:p>
            <a:pPr>
              <a:lnSpc>
                <a:spcPct val="90000"/>
              </a:lnSpc>
              <a:buFont typeface="Monotype Sorts" pitchFamily="2" charset="2"/>
              <a:buNone/>
            </a:pPr>
            <a:r>
              <a:rPr lang="en-US" altLang="en-US" sz="2000" b="1" smtClean="0">
                <a:solidFill>
                  <a:srgbClr val="000000"/>
                </a:solidFill>
                <a:latin typeface="Courier New" panose="02070309020205020404" pitchFamily="49" charset="0"/>
              </a:rPr>
              <a:t>if (boolean-expression) { </a:t>
            </a:r>
          </a:p>
          <a:p>
            <a:pPr>
              <a:lnSpc>
                <a:spcPct val="90000"/>
              </a:lnSpc>
              <a:buFont typeface="Monotype Sorts" pitchFamily="2" charset="2"/>
              <a:buNone/>
            </a:pPr>
            <a:r>
              <a:rPr lang="en-US" altLang="en-US" sz="2000" b="1" smtClean="0">
                <a:solidFill>
                  <a:srgbClr val="000000"/>
                </a:solidFill>
                <a:latin typeface="Courier New" panose="02070309020205020404" pitchFamily="49" charset="0"/>
              </a:rPr>
              <a:t>  statement(s)-for-the-true-case;</a:t>
            </a:r>
          </a:p>
          <a:p>
            <a:pPr>
              <a:lnSpc>
                <a:spcPct val="90000"/>
              </a:lnSpc>
              <a:buFont typeface="Monotype Sorts" pitchFamily="2" charset="2"/>
              <a:buNone/>
            </a:pPr>
            <a:r>
              <a:rPr lang="en-US" altLang="en-US" sz="2000" b="1" smtClean="0">
                <a:solidFill>
                  <a:srgbClr val="000000"/>
                </a:solidFill>
                <a:latin typeface="Courier New" panose="02070309020205020404" pitchFamily="49" charset="0"/>
              </a:rPr>
              <a:t>}</a:t>
            </a:r>
          </a:p>
          <a:p>
            <a:pPr>
              <a:lnSpc>
                <a:spcPct val="90000"/>
              </a:lnSpc>
              <a:buFont typeface="Monotype Sorts" pitchFamily="2" charset="2"/>
              <a:buNone/>
            </a:pPr>
            <a:r>
              <a:rPr lang="en-US" altLang="en-US" sz="2000" b="1" smtClean="0">
                <a:solidFill>
                  <a:srgbClr val="000000"/>
                </a:solidFill>
                <a:latin typeface="Courier New" panose="02070309020205020404" pitchFamily="49" charset="0"/>
              </a:rPr>
              <a:t>else {</a:t>
            </a:r>
          </a:p>
          <a:p>
            <a:pPr>
              <a:lnSpc>
                <a:spcPct val="90000"/>
              </a:lnSpc>
              <a:buFont typeface="Monotype Sorts" pitchFamily="2" charset="2"/>
              <a:buNone/>
            </a:pPr>
            <a:r>
              <a:rPr lang="en-US" altLang="en-US" sz="2000" b="1" smtClean="0">
                <a:solidFill>
                  <a:srgbClr val="000000"/>
                </a:solidFill>
                <a:latin typeface="Courier New" panose="02070309020205020404" pitchFamily="49" charset="0"/>
              </a:rPr>
              <a:t>  statement(s)-for-the-false-case;</a:t>
            </a:r>
          </a:p>
          <a:p>
            <a:pPr>
              <a:lnSpc>
                <a:spcPct val="90000"/>
              </a:lnSpc>
              <a:buFont typeface="Monotype Sorts" pitchFamily="2" charset="2"/>
              <a:buNone/>
            </a:pPr>
            <a:r>
              <a:rPr lang="en-US" altLang="en-US" sz="2000" b="1" smtClean="0">
                <a:solidFill>
                  <a:srgbClr val="000000"/>
                </a:solidFill>
                <a:latin typeface="Courier New" panose="02070309020205020404" pitchFamily="49" charset="0"/>
              </a:rPr>
              <a:t>}</a:t>
            </a:r>
            <a:endParaRPr lang="en-US" altLang="en-US" sz="2800" b="1" smtClean="0">
              <a:solidFill>
                <a:srgbClr val="000000"/>
              </a:solidFill>
            </a:endParaRPr>
          </a:p>
        </p:txBody>
      </p:sp>
      <p:sp>
        <p:nvSpPr>
          <p:cNvPr id="17413" name="Rectangle 6"/>
          <p:cNvSpPr>
            <a:spLocks noChangeArrowheads="1"/>
          </p:cNvSpPr>
          <p:nvPr/>
        </p:nvSpPr>
        <p:spPr bwMode="auto">
          <a:xfrm>
            <a:off x="2162175" y="24288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pic>
        <p:nvPicPr>
          <p:cNvPr id="17414"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2150" y="3044825"/>
            <a:ext cx="8216900" cy="344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3873284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23"/>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533400"/>
            <a:ext cx="9144000" cy="3269456"/>
          </a:xfrm>
          <a:prstGeom prst="rect">
            <a:avLst/>
          </a:prstGeom>
          <a:noFill/>
          <a:ln>
            <a:noFill/>
          </a:ln>
        </p:spPr>
      </p:pic>
      <p:sp>
        <p:nvSpPr>
          <p:cNvPr id="3" name="Rectangle 2"/>
          <p:cNvSpPr/>
          <p:nvPr/>
        </p:nvSpPr>
        <p:spPr>
          <a:xfrm>
            <a:off x="2438400" y="3802856"/>
            <a:ext cx="4572000" cy="2308324"/>
          </a:xfrm>
          <a:prstGeom prst="rect">
            <a:avLst/>
          </a:prstGeom>
        </p:spPr>
        <p:txBody>
          <a:bodyPr>
            <a:spAutoFit/>
          </a:bodyPr>
          <a:lstStyle/>
          <a:p>
            <a:r>
              <a:rPr lang="en-GB" dirty="0"/>
              <a:t>if (grade &gt;= 60) </a:t>
            </a:r>
            <a:endParaRPr lang="en-GB" dirty="0" smtClean="0"/>
          </a:p>
          <a:p>
            <a:r>
              <a:rPr lang="en-GB" dirty="0"/>
              <a:t>	</a:t>
            </a:r>
            <a:r>
              <a:rPr lang="en-GB" dirty="0" smtClean="0"/>
              <a:t>{ </a:t>
            </a:r>
          </a:p>
          <a:p>
            <a:r>
              <a:rPr lang="en-GB" dirty="0"/>
              <a:t>	</a:t>
            </a:r>
            <a:r>
              <a:rPr lang="en-GB" dirty="0" err="1" smtClean="0"/>
              <a:t>cout</a:t>
            </a:r>
            <a:r>
              <a:rPr lang="en-GB" dirty="0" smtClean="0"/>
              <a:t> </a:t>
            </a:r>
            <a:r>
              <a:rPr lang="en-GB" dirty="0"/>
              <a:t>&lt;&lt; "Passed</a:t>
            </a:r>
            <a:r>
              <a:rPr lang="en-GB" dirty="0" smtClean="0"/>
              <a:t>";</a:t>
            </a:r>
          </a:p>
          <a:p>
            <a:r>
              <a:rPr lang="en-GB" dirty="0"/>
              <a:t>	</a:t>
            </a:r>
            <a:r>
              <a:rPr lang="en-GB" dirty="0" smtClean="0"/>
              <a:t> </a:t>
            </a:r>
            <a:r>
              <a:rPr lang="en-GB" dirty="0"/>
              <a:t>} </a:t>
            </a:r>
            <a:endParaRPr lang="en-GB" dirty="0" smtClean="0"/>
          </a:p>
          <a:p>
            <a:r>
              <a:rPr lang="en-GB" dirty="0" smtClean="0"/>
              <a:t>else </a:t>
            </a:r>
          </a:p>
          <a:p>
            <a:r>
              <a:rPr lang="en-GB" dirty="0"/>
              <a:t>	</a:t>
            </a:r>
            <a:r>
              <a:rPr lang="en-GB" dirty="0" smtClean="0"/>
              <a:t>{ </a:t>
            </a:r>
          </a:p>
          <a:p>
            <a:r>
              <a:rPr lang="en-GB" dirty="0"/>
              <a:t>	</a:t>
            </a:r>
            <a:r>
              <a:rPr lang="en-GB" dirty="0" err="1" smtClean="0"/>
              <a:t>cout</a:t>
            </a:r>
            <a:r>
              <a:rPr lang="en-GB" dirty="0" smtClean="0"/>
              <a:t> </a:t>
            </a:r>
            <a:r>
              <a:rPr lang="en-GB" dirty="0"/>
              <a:t>&lt;&lt; "Failed"; </a:t>
            </a:r>
            <a:endParaRPr lang="en-GB" dirty="0" smtClean="0"/>
          </a:p>
          <a:p>
            <a:r>
              <a:rPr lang="en-GB" dirty="0"/>
              <a:t>	</a:t>
            </a:r>
            <a:r>
              <a:rPr lang="en-GB" dirty="0" smtClean="0"/>
              <a:t>} </a:t>
            </a:r>
            <a:endParaRPr lang="en-GB" dirty="0"/>
          </a:p>
        </p:txBody>
      </p:sp>
    </p:spTree>
    <p:extLst>
      <p:ext uri="{BB962C8B-B14F-4D97-AF65-F5344CB8AC3E}">
        <p14:creationId xmlns:p14="http://schemas.microsoft.com/office/powerpoint/2010/main" val="30118956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fontAlgn="auto" hangingPunct="1">
              <a:spcAft>
                <a:spcPts val="0"/>
              </a:spcAft>
              <a:defRPr/>
            </a:pPr>
            <a:r>
              <a:rPr lang="en-US" dirty="0">
                <a:solidFill>
                  <a:srgbClr val="00B050"/>
                </a:solidFill>
                <a:latin typeface="Arial"/>
              </a:rPr>
              <a:t>4.4.2  Selection Statements</a:t>
            </a:r>
            <a:endParaRPr lang="en-US" dirty="0">
              <a:solidFill>
                <a:srgbClr val="3380E6"/>
              </a:solidFill>
              <a:latin typeface="Arial"/>
            </a:endParaRPr>
          </a:p>
        </p:txBody>
      </p:sp>
      <p:sp>
        <p:nvSpPr>
          <p:cNvPr id="24579" name="Text Placeholder 2"/>
          <p:cNvSpPr>
            <a:spLocks noGrp="1"/>
          </p:cNvSpPr>
          <p:nvPr>
            <p:ph type="body" idx="1"/>
          </p:nvPr>
        </p:nvSpPr>
        <p:spPr>
          <a:xfrm>
            <a:off x="457200" y="1481138"/>
            <a:ext cx="8382000" cy="4525962"/>
          </a:xfrm>
        </p:spPr>
        <p:txBody>
          <a:bodyPr/>
          <a:lstStyle/>
          <a:p>
            <a:pPr eaLnBrk="1" hangingPunct="1"/>
            <a:r>
              <a:rPr lang="en-US" altLang="en-US" dirty="0">
                <a:solidFill>
                  <a:srgbClr val="000000"/>
                </a:solidFill>
                <a:latin typeface="Cambria" panose="02040503050406030204" pitchFamily="18" charset="0"/>
              </a:rPr>
              <a:t>Write a program in which the user enters a number grade and it returns “Pass” if the grade is 60 or more and “Fail” if the grade is less than 60.</a:t>
            </a:r>
          </a:p>
          <a:p>
            <a:pPr eaLnBrk="1" hangingPunct="1"/>
            <a:r>
              <a:rPr lang="en-US" altLang="en-US" dirty="0">
                <a:solidFill>
                  <a:srgbClr val="000000"/>
                </a:solidFill>
                <a:latin typeface="Cambria" panose="02040503050406030204" pitchFamily="18" charset="0"/>
              </a:rPr>
              <a:t>Modify the program so that it returns the letter grade corresponding to the number grade:</a:t>
            </a:r>
          </a:p>
          <a:p>
            <a:pPr lvl="1" eaLnBrk="1" hangingPunct="1"/>
            <a:r>
              <a:rPr lang="en-US" altLang="en-US" dirty="0">
                <a:solidFill>
                  <a:srgbClr val="000000"/>
                </a:solidFill>
                <a:latin typeface="Cambria" panose="02040503050406030204" pitchFamily="18" charset="0"/>
              </a:rPr>
              <a:t>F if the number grade is less than 60.</a:t>
            </a:r>
          </a:p>
          <a:p>
            <a:pPr lvl="1" eaLnBrk="1" hangingPunct="1"/>
            <a:r>
              <a:rPr lang="en-US" altLang="en-US" dirty="0">
                <a:solidFill>
                  <a:srgbClr val="000000"/>
                </a:solidFill>
                <a:latin typeface="Cambria" panose="02040503050406030204" pitchFamily="18" charset="0"/>
              </a:rPr>
              <a:t>D if the number grade is between 60 and 69, both inclusive.</a:t>
            </a:r>
          </a:p>
          <a:p>
            <a:pPr lvl="1" eaLnBrk="1" hangingPunct="1"/>
            <a:r>
              <a:rPr lang="en-US" altLang="en-US" dirty="0">
                <a:solidFill>
                  <a:srgbClr val="000000"/>
                </a:solidFill>
                <a:latin typeface="Cambria" panose="02040503050406030204" pitchFamily="18" charset="0"/>
              </a:rPr>
              <a:t>C if the number grade is between 70 and 79, both inclusive.</a:t>
            </a:r>
          </a:p>
          <a:p>
            <a:pPr lvl="1" eaLnBrk="1" hangingPunct="1"/>
            <a:r>
              <a:rPr lang="en-US" altLang="en-US" dirty="0">
                <a:solidFill>
                  <a:srgbClr val="000000"/>
                </a:solidFill>
                <a:latin typeface="Cambria" panose="02040503050406030204" pitchFamily="18" charset="0"/>
              </a:rPr>
              <a:t>B if the number grade is between 80 and 89, both inclusive.</a:t>
            </a:r>
          </a:p>
          <a:p>
            <a:pPr lvl="1" eaLnBrk="1" hangingPunct="1"/>
            <a:r>
              <a:rPr lang="en-US" altLang="en-US" dirty="0">
                <a:solidFill>
                  <a:srgbClr val="000000"/>
                </a:solidFill>
                <a:latin typeface="Cambria" panose="02040503050406030204" pitchFamily="18" charset="0"/>
              </a:rPr>
              <a:t>A if the number grade is between 90 and 100, both inclusive.</a:t>
            </a:r>
          </a:p>
          <a:p>
            <a:pPr lvl="1" eaLnBrk="1" hangingPunct="1"/>
            <a:endParaRPr lang="en-US" altLang="en-US" dirty="0">
              <a:solidFill>
                <a:srgbClr val="000000"/>
              </a:solidFill>
              <a:latin typeface="Cambria" panose="02040503050406030204" pitchFamily="18" charset="0"/>
            </a:endParaRPr>
          </a:p>
          <a:p>
            <a:pPr marL="109537" indent="0" eaLnBrk="1" hangingPunct="1">
              <a:buNone/>
            </a:pPr>
            <a:endParaRPr lang="en-US" altLang="en-US" sz="1600" dirty="0">
              <a:solidFill>
                <a:srgbClr val="0000FF"/>
              </a:solidFill>
              <a:latin typeface="Consolas" panose="020B0609020204030204" pitchFamily="49" charset="0"/>
            </a:endParaRPr>
          </a:p>
          <a:p>
            <a:pPr marL="109537" indent="0" eaLnBrk="1" hangingPunct="1">
              <a:buNone/>
            </a:pPr>
            <a:r>
              <a:rPr lang="en-US" altLang="en-US" sz="2800" dirty="0">
                <a:solidFill>
                  <a:srgbClr val="000000"/>
                </a:solidFill>
                <a:latin typeface="Consolas" panose="020B0609020204030204" pitchFamily="49" charset="0"/>
              </a:rPr>
              <a:t/>
            </a:r>
            <a:br>
              <a:rPr lang="en-US" altLang="en-US" sz="2800" dirty="0">
                <a:solidFill>
                  <a:srgbClr val="000000"/>
                </a:solidFill>
                <a:latin typeface="Consolas" panose="020B0609020204030204" pitchFamily="49" charset="0"/>
              </a:rPr>
            </a:br>
            <a:endParaRPr lang="en-US" altLang="en-US" sz="2800" dirty="0">
              <a:solidFill>
                <a:srgbClr val="000000"/>
              </a:solidFill>
              <a:latin typeface="Consolas" panose="020B0609020204030204" pitchFamily="49" charset="0"/>
            </a:endParaRPr>
          </a:p>
          <a:p>
            <a:pPr marL="109537" indent="0" eaLnBrk="1" hangingPunct="1">
              <a:buNone/>
            </a:pPr>
            <a:endParaRPr lang="en-US" altLang="en-US" dirty="0">
              <a:solidFill>
                <a:srgbClr val="000000"/>
              </a:solidFill>
              <a:latin typeface="Cambria" panose="02040503050406030204" pitchFamily="18" charset="0"/>
            </a:endParaRPr>
          </a:p>
        </p:txBody>
      </p:sp>
      <p:sp>
        <p:nvSpPr>
          <p:cNvPr id="24580"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extLst>
      <p:ext uri="{BB962C8B-B14F-4D97-AF65-F5344CB8AC3E}">
        <p14:creationId xmlns:p14="http://schemas.microsoft.com/office/powerpoint/2010/main" val="90025903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19A880DB-B5F4-468D-942C-8CB49CB2DE16}" type="slidenum">
              <a:rPr lang="en-US" altLang="en-US" sz="1400"/>
              <a:pPr>
                <a:spcBef>
                  <a:spcPct val="0"/>
                </a:spcBef>
                <a:buClrTx/>
                <a:buSzTx/>
                <a:buFontTx/>
                <a:buNone/>
              </a:pPr>
              <a:t>18</a:t>
            </a:fld>
            <a:endParaRPr lang="en-US" altLang="en-US" sz="1400"/>
          </a:p>
        </p:txBody>
      </p:sp>
      <p:sp>
        <p:nvSpPr>
          <p:cNvPr id="21507" name="Rectangle 2"/>
          <p:cNvSpPr>
            <a:spLocks noGrp="1" noChangeArrowheads="1"/>
          </p:cNvSpPr>
          <p:nvPr>
            <p:ph type="title"/>
          </p:nvPr>
        </p:nvSpPr>
        <p:spPr>
          <a:xfrm>
            <a:off x="685800" y="0"/>
            <a:ext cx="8001000" cy="914400"/>
          </a:xfrm>
        </p:spPr>
        <p:txBody>
          <a:bodyPr>
            <a:normAutofit fontScale="90000"/>
          </a:bodyPr>
          <a:lstStyle/>
          <a:p>
            <a:r>
              <a:rPr lang="en-US" altLang="en-US" smtClean="0"/>
              <a:t>Multiple Alternative if Statements</a:t>
            </a:r>
          </a:p>
        </p:txBody>
      </p:sp>
      <p:sp>
        <p:nvSpPr>
          <p:cNvPr id="21508" name="Rectangle 7"/>
          <p:cNvSpPr>
            <a:spLocks noChangeArrowheads="1"/>
          </p:cNvSpPr>
          <p:nvPr/>
        </p:nvSpPr>
        <p:spPr bwMode="auto">
          <a:xfrm>
            <a:off x="2705100" y="26193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 name="Rectangle 7"/>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p:spPr>
        <p:txBody>
          <a:bodyPr wrap="none" anchor="ctr">
            <a:spAutoFit/>
          </a:bodyPr>
          <a:lstStyle/>
          <a:p>
            <a:pPr eaLnBrk="1" hangingPunct="1">
              <a:defRPr/>
            </a:pPr>
            <a:endParaRPr lang="en-US"/>
          </a:p>
        </p:txBody>
      </p:sp>
      <p:graphicFrame>
        <p:nvGraphicFramePr>
          <p:cNvPr id="21510" name="Object 2"/>
          <p:cNvGraphicFramePr>
            <a:graphicFrameLocks noChangeAspect="1"/>
          </p:cNvGraphicFramePr>
          <p:nvPr>
            <p:extLst>
              <p:ext uri="{D42A27DB-BD31-4B8C-83A1-F6EECF244321}">
                <p14:modId xmlns:p14="http://schemas.microsoft.com/office/powerpoint/2010/main" val="3331103249"/>
              </p:ext>
            </p:extLst>
          </p:nvPr>
        </p:nvGraphicFramePr>
        <p:xfrm>
          <a:off x="117475" y="1706563"/>
          <a:ext cx="8909050" cy="3659187"/>
        </p:xfrm>
        <a:graphic>
          <a:graphicData uri="http://schemas.openxmlformats.org/presentationml/2006/ole">
            <mc:AlternateContent xmlns:mc="http://schemas.openxmlformats.org/markup-compatibility/2006">
              <mc:Choice xmlns:v="urn:schemas-microsoft-com:vml" Requires="v">
                <p:oleObj spid="_x0000_s1041" name="Picture" r:id="rId4" imgW="4483080" imgH="1847880" progId="Word.Picture.8">
                  <p:embed/>
                </p:oleObj>
              </mc:Choice>
              <mc:Fallback>
                <p:oleObj name="Picture" r:id="rId4" imgW="4483080" imgH="1847880" progId="Word.Picture.8">
                  <p:embed/>
                  <p:pic>
                    <p:nvPicPr>
                      <p:cNvPr id="0" name=""/>
                      <p:cNvPicPr>
                        <a:picLocks noChangeAspect="1" noChangeArrowheads="1"/>
                      </p:cNvPicPr>
                      <p:nvPr/>
                    </p:nvPicPr>
                    <p:blipFill>
                      <a:blip r:embed="rId5"/>
                      <a:srcRect/>
                      <a:stretch>
                        <a:fillRect/>
                      </a:stretch>
                    </p:blipFill>
                    <p:spPr bwMode="auto">
                      <a:xfrm>
                        <a:off x="117475" y="1706563"/>
                        <a:ext cx="8909050" cy="3659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58142340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772366FF-5F11-4C54-8431-E8440982D83A}" type="slidenum">
              <a:rPr lang="en-US" altLang="en-US" sz="1400"/>
              <a:pPr>
                <a:spcBef>
                  <a:spcPct val="0"/>
                </a:spcBef>
                <a:buClrTx/>
                <a:buSzTx/>
                <a:buFontTx/>
                <a:buNone/>
              </a:pPr>
              <a:t>19</a:t>
            </a:fld>
            <a:endParaRPr lang="en-US" altLang="en-US" sz="1400"/>
          </a:p>
        </p:txBody>
      </p:sp>
      <p:sp>
        <p:nvSpPr>
          <p:cNvPr id="23555" name="Rectangle 3"/>
          <p:cNvSpPr>
            <a:spLocks noChangeArrowheads="1"/>
          </p:cNvSpPr>
          <p:nvPr/>
        </p:nvSpPr>
        <p:spPr bwMode="auto">
          <a:xfrm>
            <a:off x="2705100" y="26193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3556" name="Rectangle 6"/>
          <p:cNvSpPr>
            <a:spLocks noChangeArrowheads="1"/>
          </p:cNvSpPr>
          <p:nvPr/>
        </p:nvSpPr>
        <p:spPr bwMode="auto">
          <a:xfrm>
            <a:off x="0" y="20335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 name="Rectangle 8"/>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p:spPr>
        <p:txBody>
          <a:bodyPr wrap="none" anchor="ctr">
            <a:spAutoFit/>
          </a:bodyPr>
          <a:lstStyle/>
          <a:p>
            <a:pPr eaLnBrk="1" hangingPunct="1">
              <a:defRPr/>
            </a:pPr>
            <a:endParaRPr lang="en-US"/>
          </a:p>
        </p:txBody>
      </p:sp>
      <p:pic>
        <p:nvPicPr>
          <p:cNvPr id="23558"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0863" y="625475"/>
            <a:ext cx="7588250" cy="585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9" name="Rectangle 2"/>
          <p:cNvSpPr>
            <a:spLocks noGrp="1" noChangeArrowheads="1"/>
          </p:cNvSpPr>
          <p:nvPr>
            <p:ph type="title"/>
          </p:nvPr>
        </p:nvSpPr>
        <p:spPr>
          <a:xfrm>
            <a:off x="685800" y="203200"/>
            <a:ext cx="8001000" cy="711200"/>
          </a:xfrm>
        </p:spPr>
        <p:txBody>
          <a:bodyPr/>
          <a:lstStyle/>
          <a:p>
            <a:r>
              <a:rPr lang="en-US" altLang="en-US" sz="4000" smtClean="0"/>
              <a:t>Multi-Way if-else Statements</a:t>
            </a:r>
          </a:p>
        </p:txBody>
      </p:sp>
    </p:spTree>
    <p:extLst>
      <p:ext uri="{BB962C8B-B14F-4D97-AF65-F5344CB8AC3E}">
        <p14:creationId xmlns:p14="http://schemas.microsoft.com/office/powerpoint/2010/main" val="155715031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Number Placeholder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B8247F28-EE1E-474A-84B7-8F730FF9955C}" type="slidenum">
              <a:rPr lang="en-US" altLang="en-US" sz="1400"/>
              <a:pPr>
                <a:spcBef>
                  <a:spcPct val="0"/>
                </a:spcBef>
                <a:buClrTx/>
                <a:buSzTx/>
                <a:buFontTx/>
                <a:buNone/>
              </a:pPr>
              <a:t>20</a:t>
            </a:fld>
            <a:endParaRPr lang="en-US" altLang="en-US" sz="1400"/>
          </a:p>
        </p:txBody>
      </p:sp>
      <p:sp>
        <p:nvSpPr>
          <p:cNvPr id="35843" name="Rectangle 2"/>
          <p:cNvSpPr>
            <a:spLocks noGrp="1" noChangeArrowheads="1"/>
          </p:cNvSpPr>
          <p:nvPr>
            <p:ph type="title"/>
          </p:nvPr>
        </p:nvSpPr>
        <p:spPr>
          <a:xfrm>
            <a:off x="685800" y="0"/>
            <a:ext cx="8001000" cy="914400"/>
          </a:xfrm>
        </p:spPr>
        <p:txBody>
          <a:bodyPr/>
          <a:lstStyle/>
          <a:p>
            <a:r>
              <a:rPr lang="en-US" altLang="en-US" smtClean="0"/>
              <a:t>Note</a:t>
            </a:r>
          </a:p>
        </p:txBody>
      </p:sp>
      <p:sp>
        <p:nvSpPr>
          <p:cNvPr id="35844" name="Rectangle 3"/>
          <p:cNvSpPr>
            <a:spLocks noGrp="1" noChangeArrowheads="1"/>
          </p:cNvSpPr>
          <p:nvPr>
            <p:ph type="body" idx="1"/>
          </p:nvPr>
        </p:nvSpPr>
        <p:spPr>
          <a:xfrm>
            <a:off x="381000" y="914400"/>
            <a:ext cx="8534400" cy="838200"/>
          </a:xfrm>
        </p:spPr>
        <p:txBody>
          <a:bodyPr/>
          <a:lstStyle/>
          <a:p>
            <a:pPr marL="0" indent="0">
              <a:lnSpc>
                <a:spcPct val="90000"/>
              </a:lnSpc>
              <a:buFont typeface="Monotype Sorts" pitchFamily="2" charset="2"/>
              <a:buNone/>
            </a:pPr>
            <a:r>
              <a:rPr lang="en-US" altLang="en-US" sz="2800" smtClean="0">
                <a:cs typeface="Times New Roman" panose="02020603050405020304" pitchFamily="18" charset="0"/>
              </a:rPr>
              <a:t>The </a:t>
            </a:r>
            <a:r>
              <a:rPr lang="en-US" altLang="en-US" sz="2800" u="sng" smtClean="0">
                <a:cs typeface="Times New Roman" panose="02020603050405020304" pitchFamily="18" charset="0"/>
              </a:rPr>
              <a:t>else</a:t>
            </a:r>
            <a:r>
              <a:rPr lang="en-US" altLang="en-US" sz="2800" smtClean="0">
                <a:cs typeface="Times New Roman" panose="02020603050405020304" pitchFamily="18" charset="0"/>
              </a:rPr>
              <a:t> clause matches the most recent </a:t>
            </a:r>
            <a:r>
              <a:rPr lang="en-US" altLang="en-US" sz="2800" u="sng" smtClean="0">
                <a:cs typeface="Times New Roman" panose="02020603050405020304" pitchFamily="18" charset="0"/>
              </a:rPr>
              <a:t>if</a:t>
            </a:r>
            <a:r>
              <a:rPr lang="en-US" altLang="en-US" sz="2800" smtClean="0">
                <a:cs typeface="Times New Roman" panose="02020603050405020304" pitchFamily="18" charset="0"/>
              </a:rPr>
              <a:t> clause in the same block. </a:t>
            </a:r>
            <a:endParaRPr lang="en-US" altLang="en-US" sz="2800" smtClean="0">
              <a:latin typeface="Courier" charset="0"/>
              <a:cs typeface="Times New Roman" panose="02020603050405020304" pitchFamily="18" charset="0"/>
            </a:endParaRPr>
          </a:p>
        </p:txBody>
      </p:sp>
      <p:sp>
        <p:nvSpPr>
          <p:cNvPr id="35845" name="Rectangle 5"/>
          <p:cNvSpPr>
            <a:spLocks noChangeArrowheads="1"/>
          </p:cNvSpPr>
          <p:nvPr/>
        </p:nvSpPr>
        <p:spPr bwMode="auto">
          <a:xfrm>
            <a:off x="2466975" y="28241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pic>
        <p:nvPicPr>
          <p:cNvPr id="35846"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1450" y="2333625"/>
            <a:ext cx="8801100" cy="219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8548840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40551AA3-F4C2-4764-B43F-F51340E5EAD1}" type="slidenum">
              <a:rPr lang="en-US" altLang="en-US" sz="1400"/>
              <a:pPr>
                <a:spcBef>
                  <a:spcPct val="0"/>
                </a:spcBef>
                <a:buClrTx/>
                <a:buSzTx/>
                <a:buFontTx/>
                <a:buNone/>
              </a:pPr>
              <a:t>21</a:t>
            </a:fld>
            <a:endParaRPr lang="en-US" altLang="en-US" sz="1400"/>
          </a:p>
        </p:txBody>
      </p:sp>
      <p:sp>
        <p:nvSpPr>
          <p:cNvPr id="39939" name="Rectangle 2"/>
          <p:cNvSpPr>
            <a:spLocks noGrp="1" noChangeArrowheads="1"/>
          </p:cNvSpPr>
          <p:nvPr>
            <p:ph type="title"/>
          </p:nvPr>
        </p:nvSpPr>
        <p:spPr>
          <a:xfrm>
            <a:off x="685800" y="0"/>
            <a:ext cx="8001000" cy="914400"/>
          </a:xfrm>
        </p:spPr>
        <p:txBody>
          <a:bodyPr/>
          <a:lstStyle/>
          <a:p>
            <a:r>
              <a:rPr lang="en-US" altLang="en-US" smtClean="0"/>
              <a:t>Common Errors</a:t>
            </a:r>
          </a:p>
        </p:txBody>
      </p:sp>
      <p:sp>
        <p:nvSpPr>
          <p:cNvPr id="39940" name="Rectangle 3"/>
          <p:cNvSpPr>
            <a:spLocks noGrp="1" noChangeArrowheads="1"/>
          </p:cNvSpPr>
          <p:nvPr>
            <p:ph type="body" idx="1"/>
          </p:nvPr>
        </p:nvSpPr>
        <p:spPr>
          <a:xfrm>
            <a:off x="457200" y="990600"/>
            <a:ext cx="8382000" cy="5486400"/>
          </a:xfrm>
        </p:spPr>
        <p:txBody>
          <a:bodyPr/>
          <a:lstStyle/>
          <a:p>
            <a:pPr marL="0" indent="0">
              <a:buFont typeface="Monotype Sorts" pitchFamily="2" charset="2"/>
              <a:buNone/>
            </a:pPr>
            <a:r>
              <a:rPr lang="en-US" altLang="en-US" sz="2400" dirty="0" smtClean="0">
                <a:cs typeface="Times New Roman" panose="02020603050405020304" pitchFamily="18" charset="0"/>
              </a:rPr>
              <a:t>Adding a semicolon at the end of an </a:t>
            </a:r>
            <a:r>
              <a:rPr lang="en-US" altLang="en-US" sz="2400" u="sng" dirty="0" smtClean="0">
                <a:cs typeface="Times New Roman" panose="02020603050405020304" pitchFamily="18" charset="0"/>
              </a:rPr>
              <a:t>if</a:t>
            </a:r>
            <a:r>
              <a:rPr lang="en-US" altLang="en-US" sz="2400" dirty="0" smtClean="0">
                <a:cs typeface="Times New Roman" panose="02020603050405020304" pitchFamily="18" charset="0"/>
              </a:rPr>
              <a:t> clause is a common mistake.</a:t>
            </a:r>
          </a:p>
          <a:p>
            <a:pPr marL="0" indent="0">
              <a:buFont typeface="Monotype Sorts" pitchFamily="2" charset="2"/>
              <a:buNone/>
            </a:pPr>
            <a:r>
              <a:rPr lang="en-US" altLang="en-US" sz="2400" dirty="0" smtClean="0"/>
              <a:t>if (radius &gt;= 0);</a:t>
            </a:r>
          </a:p>
          <a:p>
            <a:pPr marL="0" indent="0">
              <a:buFont typeface="Monotype Sorts" pitchFamily="2" charset="2"/>
              <a:buNone/>
            </a:pPr>
            <a:r>
              <a:rPr lang="en-US" altLang="en-US" sz="2400" dirty="0" smtClean="0"/>
              <a:t>{</a:t>
            </a:r>
          </a:p>
          <a:p>
            <a:pPr marL="0" indent="0">
              <a:buFont typeface="Monotype Sorts" pitchFamily="2" charset="2"/>
              <a:buNone/>
            </a:pPr>
            <a:r>
              <a:rPr lang="en-US" altLang="en-US" sz="2400" dirty="0" smtClean="0"/>
              <a:t>  area = radius*radius*PI;</a:t>
            </a:r>
          </a:p>
          <a:p>
            <a:pPr marL="0" indent="0">
              <a:buFont typeface="Monotype Sorts" pitchFamily="2" charset="2"/>
              <a:buNone/>
            </a:pPr>
            <a:r>
              <a:rPr lang="en-US" altLang="en-US" sz="2400" dirty="0" smtClean="0"/>
              <a:t>  </a:t>
            </a:r>
            <a:r>
              <a:rPr lang="en-US" altLang="en-US" sz="2400" dirty="0" err="1" smtClean="0"/>
              <a:t>cout</a:t>
            </a:r>
            <a:r>
              <a:rPr lang="en-US" altLang="en-US" sz="2400" dirty="0" smtClean="0"/>
              <a:t>&lt;&lt;"The area for the circle of radius " &lt;&lt;</a:t>
            </a:r>
          </a:p>
          <a:p>
            <a:pPr marL="0" indent="0">
              <a:buFont typeface="Monotype Sorts" pitchFamily="2" charset="2"/>
              <a:buNone/>
            </a:pPr>
            <a:r>
              <a:rPr lang="en-US" altLang="en-US" sz="2400" dirty="0" smtClean="0"/>
              <a:t>    radius &lt;&lt; " is " &lt;&lt; area;</a:t>
            </a:r>
          </a:p>
          <a:p>
            <a:pPr marL="0" indent="0">
              <a:buFont typeface="Monotype Sorts" pitchFamily="2" charset="2"/>
              <a:buNone/>
            </a:pPr>
            <a:r>
              <a:rPr lang="en-US" altLang="en-US" sz="2400" dirty="0" smtClean="0"/>
              <a:t>}</a:t>
            </a:r>
          </a:p>
          <a:p>
            <a:pPr marL="0" indent="0">
              <a:buFont typeface="Monotype Sorts" pitchFamily="2" charset="2"/>
              <a:buNone/>
            </a:pPr>
            <a:r>
              <a:rPr lang="en-US" altLang="en-US" sz="2400" dirty="0" smtClean="0">
                <a:cs typeface="Times New Roman" panose="02020603050405020304" pitchFamily="18" charset="0"/>
              </a:rPr>
              <a:t>This mistake is hard to find, because it is not a compilation error or a runtime error, it is a logic error. </a:t>
            </a:r>
          </a:p>
          <a:p>
            <a:pPr marL="0" indent="0">
              <a:buFont typeface="Monotype Sorts" pitchFamily="2" charset="2"/>
              <a:buNone/>
            </a:pPr>
            <a:r>
              <a:rPr lang="en-US" altLang="en-US" sz="2400" dirty="0" smtClean="0">
                <a:cs typeface="Times New Roman" panose="02020603050405020304" pitchFamily="18" charset="0"/>
              </a:rPr>
              <a:t>This error often occurs when you use the next-line block style.</a:t>
            </a:r>
            <a:endParaRPr lang="en-US" altLang="en-US" sz="2800" dirty="0" smtClean="0"/>
          </a:p>
        </p:txBody>
      </p:sp>
      <p:sp>
        <p:nvSpPr>
          <p:cNvPr id="39941" name="Line 5"/>
          <p:cNvSpPr>
            <a:spLocks noChangeShapeType="1"/>
          </p:cNvSpPr>
          <p:nvPr/>
        </p:nvSpPr>
        <p:spPr bwMode="auto">
          <a:xfrm flipH="1">
            <a:off x="2590800" y="2057400"/>
            <a:ext cx="838200" cy="0"/>
          </a:xfrm>
          <a:prstGeom prst="line">
            <a:avLst/>
          </a:prstGeom>
          <a:noFill/>
          <a:ln w="12700">
            <a:solidFill>
              <a:srgbClr val="FF0000"/>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en-GB"/>
          </a:p>
        </p:txBody>
      </p:sp>
      <p:sp>
        <p:nvSpPr>
          <p:cNvPr id="39942" name="Text Box 7"/>
          <p:cNvSpPr txBox="1">
            <a:spLocks noChangeArrowheads="1"/>
          </p:cNvSpPr>
          <p:nvPr/>
        </p:nvSpPr>
        <p:spPr bwMode="auto">
          <a:xfrm>
            <a:off x="3657600" y="1905000"/>
            <a:ext cx="1295400" cy="469900"/>
          </a:xfrm>
          <a:prstGeom prst="rect">
            <a:avLst/>
          </a:prstGeom>
          <a:noFill/>
          <a:ln w="12700">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a:t>Wrong</a:t>
            </a:r>
          </a:p>
        </p:txBody>
      </p:sp>
    </p:spTree>
    <p:extLst>
      <p:ext uri="{BB962C8B-B14F-4D97-AF65-F5344CB8AC3E}">
        <p14:creationId xmlns:p14="http://schemas.microsoft.com/office/powerpoint/2010/main" val="219622029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Number Placeholder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CB9C6B94-67EB-4E9B-8229-DE4FE64912F2}" type="slidenum">
              <a:rPr lang="en-US" altLang="en-US" sz="1400"/>
              <a:pPr>
                <a:spcBef>
                  <a:spcPct val="0"/>
                </a:spcBef>
                <a:buClrTx/>
                <a:buSzTx/>
                <a:buFontTx/>
                <a:buNone/>
              </a:pPr>
              <a:t>22</a:t>
            </a:fld>
            <a:endParaRPr lang="en-US" altLang="en-US" sz="1400"/>
          </a:p>
        </p:txBody>
      </p:sp>
      <p:sp>
        <p:nvSpPr>
          <p:cNvPr id="44035" name="Rectangle 2"/>
          <p:cNvSpPr>
            <a:spLocks noGrp="1" noChangeArrowheads="1"/>
          </p:cNvSpPr>
          <p:nvPr>
            <p:ph type="title"/>
          </p:nvPr>
        </p:nvSpPr>
        <p:spPr>
          <a:xfrm>
            <a:off x="685800" y="0"/>
            <a:ext cx="8001000" cy="914400"/>
          </a:xfrm>
        </p:spPr>
        <p:txBody>
          <a:bodyPr/>
          <a:lstStyle/>
          <a:p>
            <a:r>
              <a:rPr lang="en-US" altLang="en-US" smtClean="0"/>
              <a:t>CAUTION</a:t>
            </a:r>
          </a:p>
        </p:txBody>
      </p:sp>
      <p:sp>
        <p:nvSpPr>
          <p:cNvPr id="44036" name="Rectangle 3"/>
          <p:cNvSpPr>
            <a:spLocks noChangeArrowheads="1"/>
          </p:cNvSpPr>
          <p:nvPr/>
        </p:nvSpPr>
        <p:spPr bwMode="auto">
          <a:xfrm>
            <a:off x="2928938" y="30670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4037" name="Rectangle 6"/>
          <p:cNvSpPr>
            <a:spLocks noChangeArrowheads="1"/>
          </p:cNvSpPr>
          <p:nvPr/>
        </p:nvSpPr>
        <p:spPr bwMode="auto">
          <a:xfrm>
            <a:off x="2771775" y="31194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44038" name="Object 5"/>
          <p:cNvGraphicFramePr>
            <a:graphicFrameLocks noChangeAspect="1"/>
          </p:cNvGraphicFramePr>
          <p:nvPr>
            <p:extLst>
              <p:ext uri="{D42A27DB-BD31-4B8C-83A1-F6EECF244321}">
                <p14:modId xmlns:p14="http://schemas.microsoft.com/office/powerpoint/2010/main" val="297685445"/>
              </p:ext>
            </p:extLst>
          </p:nvPr>
        </p:nvGraphicFramePr>
        <p:xfrm>
          <a:off x="231775" y="1319213"/>
          <a:ext cx="8907463" cy="1533525"/>
        </p:xfrm>
        <a:graphic>
          <a:graphicData uri="http://schemas.openxmlformats.org/presentationml/2006/ole">
            <mc:AlternateContent xmlns:mc="http://schemas.openxmlformats.org/markup-compatibility/2006">
              <mc:Choice xmlns:v="urn:schemas-microsoft-com:vml" Requires="v">
                <p:oleObj spid="_x0000_s2063" name="Picture" r:id="rId4" imgW="3727440" imgH="638640" progId="Word.Picture.8">
                  <p:embed/>
                </p:oleObj>
              </mc:Choice>
              <mc:Fallback>
                <p:oleObj name="Picture" r:id="rId4" imgW="3727440" imgH="638640" progId="Word.Picture.8">
                  <p:embed/>
                  <p:pic>
                    <p:nvPicPr>
                      <p:cNvPr id="0" name=""/>
                      <p:cNvPicPr>
                        <a:picLocks noChangeAspect="1" noChangeArrowheads="1"/>
                      </p:cNvPicPr>
                      <p:nvPr/>
                    </p:nvPicPr>
                    <p:blipFill>
                      <a:blip r:embed="rId5"/>
                      <a:srcRect/>
                      <a:stretch>
                        <a:fillRect/>
                      </a:stretch>
                    </p:blipFill>
                    <p:spPr bwMode="auto">
                      <a:xfrm>
                        <a:off x="231775" y="1319213"/>
                        <a:ext cx="8907463" cy="153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421213205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Number Placeholder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94E41361-BD61-4319-AC94-A37ED8DB9F63}" type="slidenum">
              <a:rPr lang="en-US" altLang="en-US" sz="1400"/>
              <a:pPr>
                <a:spcBef>
                  <a:spcPct val="0"/>
                </a:spcBef>
                <a:buClrTx/>
                <a:buSzTx/>
                <a:buFontTx/>
                <a:buNone/>
              </a:pPr>
              <a:t>23</a:t>
            </a:fld>
            <a:endParaRPr lang="en-US" altLang="en-US" sz="1400"/>
          </a:p>
        </p:txBody>
      </p:sp>
      <p:sp>
        <p:nvSpPr>
          <p:cNvPr id="46083" name="Rectangle 2"/>
          <p:cNvSpPr>
            <a:spLocks noGrp="1" noChangeArrowheads="1"/>
          </p:cNvSpPr>
          <p:nvPr>
            <p:ph type="title"/>
          </p:nvPr>
        </p:nvSpPr>
        <p:spPr>
          <a:xfrm>
            <a:off x="193675" y="241300"/>
            <a:ext cx="8640763" cy="460375"/>
          </a:xfrm>
        </p:spPr>
        <p:txBody>
          <a:bodyPr>
            <a:normAutofit fontScale="90000"/>
          </a:bodyPr>
          <a:lstStyle/>
          <a:p>
            <a:r>
              <a:rPr lang="en-US" altLang="en-US" sz="3600" smtClean="0"/>
              <a:t>Problem: Body Mass Index</a:t>
            </a:r>
            <a:r>
              <a:rPr lang="en-US" altLang="en-US" smtClean="0"/>
              <a:t> </a:t>
            </a:r>
          </a:p>
        </p:txBody>
      </p:sp>
      <p:sp>
        <p:nvSpPr>
          <p:cNvPr id="46084" name="Rectangle 3"/>
          <p:cNvSpPr>
            <a:spLocks noGrp="1" noChangeArrowheads="1"/>
          </p:cNvSpPr>
          <p:nvPr>
            <p:ph type="body" idx="1"/>
          </p:nvPr>
        </p:nvSpPr>
        <p:spPr>
          <a:xfrm>
            <a:off x="193675" y="931863"/>
            <a:ext cx="8718550" cy="2497137"/>
          </a:xfrm>
        </p:spPr>
        <p:txBody>
          <a:bodyPr/>
          <a:lstStyle/>
          <a:p>
            <a:pPr marL="0" indent="0">
              <a:buFont typeface="Monotype Sorts" pitchFamily="2" charset="2"/>
              <a:buNone/>
            </a:pPr>
            <a:r>
              <a:rPr lang="en-US" altLang="en-US" smtClean="0"/>
              <a:t>Body Mass Index (BMI) is a measure of health on weight. It can be calculated by taking your weight in kilograms and dividing by the square of your height in meters. The interpretation of BMI for people 16 years or older is as follows:</a:t>
            </a:r>
          </a:p>
        </p:txBody>
      </p:sp>
      <p:sp>
        <p:nvSpPr>
          <p:cNvPr id="46085" name="Rectangle 8"/>
          <p:cNvSpPr>
            <a:spLocks noChangeArrowheads="1"/>
          </p:cNvSpPr>
          <p:nvPr/>
        </p:nvSpPr>
        <p:spPr bwMode="auto">
          <a:xfrm>
            <a:off x="0" y="28876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6086" name="Rectangle 10"/>
          <p:cNvSpPr>
            <a:spLocks noChangeArrowheads="1"/>
          </p:cNvSpPr>
          <p:nvPr/>
        </p:nvSpPr>
        <p:spPr bwMode="auto">
          <a:xfrm>
            <a:off x="0" y="28876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6087" name="Rectangle 12"/>
          <p:cNvSpPr>
            <a:spLocks noChangeArrowheads="1"/>
          </p:cNvSpPr>
          <p:nvPr/>
        </p:nvSpPr>
        <p:spPr bwMode="auto">
          <a:xfrm>
            <a:off x="0" y="30003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6088" name="Rectangle 14"/>
          <p:cNvSpPr>
            <a:spLocks noChangeArrowheads="1"/>
          </p:cNvSpPr>
          <p:nvPr/>
        </p:nvSpPr>
        <p:spPr bwMode="auto">
          <a:xfrm>
            <a:off x="0" y="30337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 name="Rectangle 14"/>
          <p:cNvSpPr>
            <a:spLocks noChangeArrowheads="1"/>
          </p:cNvSpPr>
          <p:nvPr/>
        </p:nvSpPr>
        <p:spPr bwMode="auto">
          <a:xfrm>
            <a:off x="0" y="0"/>
            <a:ext cx="9144000" cy="457200"/>
          </a:xfrm>
          <a:prstGeom prst="rect">
            <a:avLst/>
          </a:prstGeom>
          <a:noFill/>
          <a:ln>
            <a:noFill/>
          </a:ln>
          <a:effectLst>
            <a:prstShdw prst="shdw17" dist="17961" dir="2700000">
              <a:schemeClr val="accent1">
                <a:gamma/>
                <a:shade val="60000"/>
                <a:invGamma/>
              </a:schemeClr>
            </a:prstShdw>
          </a:effectLst>
          <a:extLst/>
        </p:spPr>
        <p:txBody>
          <a:bodyPr wrap="none" anchor="ctr">
            <a:spAutoFit/>
          </a:bodyPr>
          <a:lstStyle/>
          <a:p>
            <a:pPr eaLnBrk="1" hangingPunct="1">
              <a:defRPr/>
            </a:pPr>
            <a:endParaRPr lang="en-US"/>
          </a:p>
        </p:txBody>
      </p:sp>
      <p:graphicFrame>
        <p:nvGraphicFramePr>
          <p:cNvPr id="46090" name="Object 2"/>
          <p:cNvGraphicFramePr>
            <a:graphicFrameLocks noChangeAspect="1"/>
          </p:cNvGraphicFramePr>
          <p:nvPr/>
        </p:nvGraphicFramePr>
        <p:xfrm>
          <a:off x="423863" y="3541713"/>
          <a:ext cx="6334125" cy="1925637"/>
        </p:xfrm>
        <a:graphic>
          <a:graphicData uri="http://schemas.openxmlformats.org/presentationml/2006/ole">
            <mc:AlternateContent xmlns:mc="http://schemas.openxmlformats.org/markup-compatibility/2006">
              <mc:Choice xmlns:v="urn:schemas-microsoft-com:vml" Requires="v">
                <p:oleObj spid="_x0000_s3087" name="Picture" r:id="rId4" imgW="2705227" imgH="815669" progId="Word.Picture.8">
                  <p:embed/>
                </p:oleObj>
              </mc:Choice>
              <mc:Fallback>
                <p:oleObj name="Picture" r:id="rId4" imgW="2705227" imgH="815669" progId="Word.Picture.8">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3863" y="3541713"/>
                        <a:ext cx="6334125" cy="192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91718448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Number Placeholder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F8B0EA35-843C-4573-8934-2F4535E7556A}" type="slidenum">
              <a:rPr lang="en-US" altLang="en-US" sz="1400"/>
              <a:pPr>
                <a:spcBef>
                  <a:spcPct val="0"/>
                </a:spcBef>
                <a:buClrTx/>
                <a:buSzTx/>
                <a:buFontTx/>
                <a:buNone/>
              </a:pPr>
              <a:t>24</a:t>
            </a:fld>
            <a:endParaRPr lang="en-US" altLang="en-US" sz="1400"/>
          </a:p>
        </p:txBody>
      </p:sp>
      <p:sp>
        <p:nvSpPr>
          <p:cNvPr id="48131" name="Rectangle 2"/>
          <p:cNvSpPr>
            <a:spLocks noGrp="1" noChangeArrowheads="1"/>
          </p:cNvSpPr>
          <p:nvPr>
            <p:ph type="title"/>
          </p:nvPr>
        </p:nvSpPr>
        <p:spPr>
          <a:xfrm>
            <a:off x="685800" y="228600"/>
            <a:ext cx="7772400" cy="533400"/>
          </a:xfrm>
        </p:spPr>
        <p:txBody>
          <a:bodyPr>
            <a:normAutofit fontScale="90000"/>
          </a:bodyPr>
          <a:lstStyle/>
          <a:p>
            <a:r>
              <a:rPr lang="en-US" altLang="en-US" smtClean="0"/>
              <a:t>Problem: Computing Taxes</a:t>
            </a:r>
          </a:p>
        </p:txBody>
      </p:sp>
      <p:sp>
        <p:nvSpPr>
          <p:cNvPr id="48132" name="Rectangle 3"/>
          <p:cNvSpPr>
            <a:spLocks noGrp="1" noChangeArrowheads="1"/>
          </p:cNvSpPr>
          <p:nvPr>
            <p:ph type="body" idx="1"/>
          </p:nvPr>
        </p:nvSpPr>
        <p:spPr>
          <a:xfrm>
            <a:off x="231775" y="1009650"/>
            <a:ext cx="8610600" cy="2590800"/>
          </a:xfrm>
        </p:spPr>
        <p:txBody>
          <a:bodyPr/>
          <a:lstStyle/>
          <a:p>
            <a:pPr marL="0" indent="0">
              <a:buFont typeface="Monotype Sorts" pitchFamily="2" charset="2"/>
              <a:buNone/>
            </a:pPr>
            <a:r>
              <a:rPr lang="en-US" altLang="en-US" smtClean="0">
                <a:cs typeface="Times New Roman" panose="02020603050405020304" pitchFamily="18" charset="0"/>
              </a:rPr>
              <a:t>The US federal personal income tax is calculated based on the filing status and taxable income. There are four filing statuses: single filers, married filing jointly, married filing separately, and head of household. The tax rates for 2009 are shown below.</a:t>
            </a:r>
            <a:endParaRPr lang="en-US" altLang="en-US" sz="2600" smtClean="0"/>
          </a:p>
        </p:txBody>
      </p:sp>
      <p:sp>
        <p:nvSpPr>
          <p:cNvPr id="48133" name="Rectangle 91"/>
          <p:cNvSpPr>
            <a:spLocks noChangeArrowheads="1"/>
          </p:cNvSpPr>
          <p:nvPr/>
        </p:nvSpPr>
        <p:spPr bwMode="auto">
          <a:xfrm>
            <a:off x="0" y="25622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spcBef>
                <a:spcPct val="20000"/>
              </a:spcBef>
              <a:buClr>
                <a:schemeClr val="tx2"/>
              </a:buClr>
              <a:buSzPct val="75000"/>
              <a:buFont typeface="Monotype Sorts" pitchFamily="2" charset="2"/>
              <a:buChar char="F"/>
              <a:tabLst>
                <a:tab pos="3246438" algn="l"/>
              </a:tabLst>
              <a:defRPr sz="3200">
                <a:solidFill>
                  <a:schemeClr val="tx1"/>
                </a:solidFill>
                <a:latin typeface="Times New Roman" panose="02020603050405020304" pitchFamily="18" charset="0"/>
              </a:defRPr>
            </a:lvl1pPr>
            <a:lvl2pPr marL="742950" indent="-285750">
              <a:spcBef>
                <a:spcPct val="20000"/>
              </a:spcBef>
              <a:buClr>
                <a:schemeClr val="tx1"/>
              </a:buClr>
              <a:buChar char="–"/>
              <a:tabLst>
                <a:tab pos="3246438" algn="l"/>
              </a:tabLst>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tabLst>
                <a:tab pos="3246438" algn="l"/>
              </a:tabLst>
              <a:defRPr sz="2400">
                <a:solidFill>
                  <a:schemeClr val="tx1"/>
                </a:solidFill>
                <a:latin typeface="Times New Roman" panose="02020603050405020304" pitchFamily="18" charset="0"/>
              </a:defRPr>
            </a:lvl3pPr>
            <a:lvl4pPr marL="1600200" indent="-228600">
              <a:spcBef>
                <a:spcPct val="20000"/>
              </a:spcBef>
              <a:buClr>
                <a:schemeClr val="tx1"/>
              </a:buClr>
              <a:buChar char="–"/>
              <a:tabLst>
                <a:tab pos="3246438" algn="l"/>
              </a:tabLst>
              <a:defRPr sz="2000">
                <a:solidFill>
                  <a:schemeClr val="tx1"/>
                </a:solidFill>
                <a:latin typeface="Times New Roman" panose="02020603050405020304" pitchFamily="18" charset="0"/>
              </a:defRPr>
            </a:lvl4pPr>
            <a:lvl5pPr marL="2057400" indent="-228600">
              <a:spcBef>
                <a:spcPct val="20000"/>
              </a:spcBef>
              <a:buClr>
                <a:schemeClr val="tx2"/>
              </a:buClr>
              <a:buChar char="•"/>
              <a:tabLst>
                <a:tab pos="3246438"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tabLst>
                <a:tab pos="3246438"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tabLst>
                <a:tab pos="3246438"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tabLst>
                <a:tab pos="3246438"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tabLst>
                <a:tab pos="3246438" algn="l"/>
              </a:tabLst>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pic>
        <p:nvPicPr>
          <p:cNvPr id="48134" name="Picture 4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50" y="3736975"/>
            <a:ext cx="9201150" cy="235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7292961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Number Placeholder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E484C6A0-B73B-4F84-8867-166B1778FD75}" type="slidenum">
              <a:rPr lang="en-US" altLang="en-US" sz="1400"/>
              <a:pPr>
                <a:spcBef>
                  <a:spcPct val="0"/>
                </a:spcBef>
                <a:buClrTx/>
                <a:buSzTx/>
                <a:buFontTx/>
                <a:buNone/>
              </a:pPr>
              <a:t>25</a:t>
            </a:fld>
            <a:endParaRPr lang="en-US" altLang="en-US" sz="1400"/>
          </a:p>
        </p:txBody>
      </p:sp>
      <p:sp>
        <p:nvSpPr>
          <p:cNvPr id="50179" name="Rectangle 2"/>
          <p:cNvSpPr>
            <a:spLocks noGrp="1" noChangeArrowheads="1"/>
          </p:cNvSpPr>
          <p:nvPr>
            <p:ph type="title"/>
          </p:nvPr>
        </p:nvSpPr>
        <p:spPr>
          <a:xfrm>
            <a:off x="228600" y="228600"/>
            <a:ext cx="8686800" cy="533400"/>
          </a:xfrm>
        </p:spPr>
        <p:txBody>
          <a:bodyPr>
            <a:normAutofit fontScale="90000"/>
          </a:bodyPr>
          <a:lstStyle/>
          <a:p>
            <a:r>
              <a:rPr lang="en-US" altLang="en-US" smtClean="0"/>
              <a:t>Problem: Computing Taxes, cont.</a:t>
            </a:r>
          </a:p>
        </p:txBody>
      </p:sp>
      <p:sp>
        <p:nvSpPr>
          <p:cNvPr id="50180" name="Rectangle 8"/>
          <p:cNvSpPr>
            <a:spLocks noChangeArrowheads="1"/>
          </p:cNvSpPr>
          <p:nvPr/>
        </p:nvSpPr>
        <p:spPr bwMode="auto">
          <a:xfrm>
            <a:off x="1833563" y="25495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0181" name="Rectangle 9"/>
          <p:cNvSpPr>
            <a:spLocks noGrp="1" noChangeArrowheads="1"/>
          </p:cNvSpPr>
          <p:nvPr>
            <p:ph type="body" idx="1"/>
          </p:nvPr>
        </p:nvSpPr>
        <p:spPr>
          <a:xfrm>
            <a:off x="228600" y="838200"/>
            <a:ext cx="8610600" cy="5356225"/>
          </a:xfrm>
        </p:spPr>
        <p:txBody>
          <a:bodyPr/>
          <a:lstStyle/>
          <a:p>
            <a:pPr marL="0" indent="0">
              <a:lnSpc>
                <a:spcPct val="90000"/>
              </a:lnSpc>
              <a:buFont typeface="Monotype Sorts" pitchFamily="2" charset="2"/>
              <a:buNone/>
            </a:pPr>
            <a:r>
              <a:rPr lang="en-US" altLang="en-US" sz="2000" b="1" smtClean="0">
                <a:solidFill>
                  <a:srgbClr val="000000"/>
                </a:solidFill>
                <a:latin typeface="Courier New" panose="02070309020205020404" pitchFamily="49" charset="0"/>
                <a:cs typeface="Courier New" panose="02070309020205020404" pitchFamily="49" charset="0"/>
              </a:rPr>
              <a:t>if (status == 0) {</a:t>
            </a:r>
            <a:endParaRPr lang="en-US" altLang="en-US" sz="2000" b="1" smtClean="0">
              <a:solidFill>
                <a:srgbClr val="000000"/>
              </a:solidFill>
              <a:latin typeface="Courier" charset="0"/>
              <a:cs typeface="Times New Roman" panose="02020603050405020304" pitchFamily="18" charset="0"/>
            </a:endParaRPr>
          </a:p>
          <a:p>
            <a:pPr marL="0" indent="0">
              <a:lnSpc>
                <a:spcPct val="90000"/>
              </a:lnSpc>
              <a:buFont typeface="Monotype Sorts" pitchFamily="2" charset="2"/>
              <a:buNone/>
            </a:pPr>
            <a:r>
              <a:rPr lang="en-US" altLang="en-US" sz="2000" b="1" smtClean="0">
                <a:solidFill>
                  <a:srgbClr val="000000"/>
                </a:solidFill>
                <a:latin typeface="Courier New" panose="02070309020205020404" pitchFamily="49" charset="0"/>
                <a:cs typeface="Courier New" panose="02070309020205020404" pitchFamily="49" charset="0"/>
              </a:rPr>
              <a:t>  // Compute tax for single filers</a:t>
            </a:r>
            <a:endParaRPr lang="en-US" altLang="en-US" sz="2000" b="1" smtClean="0">
              <a:solidFill>
                <a:srgbClr val="000000"/>
              </a:solidFill>
              <a:latin typeface="Courier" charset="0"/>
              <a:cs typeface="Times New Roman" panose="02020603050405020304" pitchFamily="18" charset="0"/>
            </a:endParaRPr>
          </a:p>
          <a:p>
            <a:pPr marL="0" indent="0">
              <a:lnSpc>
                <a:spcPct val="90000"/>
              </a:lnSpc>
              <a:buFont typeface="Monotype Sorts" pitchFamily="2" charset="2"/>
              <a:buNone/>
            </a:pPr>
            <a:r>
              <a:rPr lang="en-US" altLang="en-US" sz="2000" b="1" smtClean="0">
                <a:solidFill>
                  <a:srgbClr val="000000"/>
                </a:solidFill>
                <a:latin typeface="Courier New" panose="02070309020205020404" pitchFamily="49" charset="0"/>
                <a:cs typeface="Courier New" panose="02070309020205020404" pitchFamily="49" charset="0"/>
              </a:rPr>
              <a:t>}</a:t>
            </a:r>
            <a:endParaRPr lang="en-US" altLang="en-US" sz="2000" b="1" smtClean="0">
              <a:solidFill>
                <a:srgbClr val="000000"/>
              </a:solidFill>
              <a:latin typeface="Courier" charset="0"/>
              <a:cs typeface="Times New Roman" panose="02020603050405020304" pitchFamily="18" charset="0"/>
            </a:endParaRPr>
          </a:p>
          <a:p>
            <a:pPr marL="0" indent="0">
              <a:lnSpc>
                <a:spcPct val="90000"/>
              </a:lnSpc>
              <a:buFont typeface="Monotype Sorts" pitchFamily="2" charset="2"/>
              <a:buNone/>
            </a:pPr>
            <a:r>
              <a:rPr lang="en-US" altLang="en-US" sz="2000" b="1" smtClean="0">
                <a:solidFill>
                  <a:srgbClr val="000000"/>
                </a:solidFill>
                <a:latin typeface="Courier New" panose="02070309020205020404" pitchFamily="49" charset="0"/>
                <a:cs typeface="Courier New" panose="02070309020205020404" pitchFamily="49" charset="0"/>
              </a:rPr>
              <a:t>else if (status == 1) {</a:t>
            </a:r>
            <a:endParaRPr lang="en-US" altLang="en-US" sz="2000" b="1" smtClean="0">
              <a:solidFill>
                <a:srgbClr val="000000"/>
              </a:solidFill>
              <a:latin typeface="Courier" charset="0"/>
              <a:cs typeface="Times New Roman" panose="02020603050405020304" pitchFamily="18" charset="0"/>
            </a:endParaRPr>
          </a:p>
          <a:p>
            <a:pPr marL="0" indent="0">
              <a:lnSpc>
                <a:spcPct val="90000"/>
              </a:lnSpc>
              <a:buFont typeface="Monotype Sorts" pitchFamily="2" charset="2"/>
              <a:buNone/>
            </a:pPr>
            <a:r>
              <a:rPr lang="en-US" altLang="en-US" sz="2000" b="1" smtClean="0">
                <a:solidFill>
                  <a:srgbClr val="000000"/>
                </a:solidFill>
                <a:latin typeface="Courier New" panose="02070309020205020404" pitchFamily="49" charset="0"/>
                <a:cs typeface="Courier New" panose="02070309020205020404" pitchFamily="49" charset="0"/>
              </a:rPr>
              <a:t>  // Compute tax for married file jointly </a:t>
            </a:r>
          </a:p>
          <a:p>
            <a:pPr marL="0" indent="0">
              <a:lnSpc>
                <a:spcPct val="90000"/>
              </a:lnSpc>
              <a:buFont typeface="Monotype Sorts" pitchFamily="2" charset="2"/>
              <a:buNone/>
            </a:pPr>
            <a:r>
              <a:rPr lang="en-US" altLang="en-US" sz="2000" b="1" smtClean="0">
                <a:solidFill>
                  <a:srgbClr val="000000"/>
                </a:solidFill>
                <a:latin typeface="Courier New" panose="02070309020205020404" pitchFamily="49" charset="0"/>
                <a:cs typeface="Courier New" panose="02070309020205020404" pitchFamily="49" charset="0"/>
              </a:rPr>
              <a:t>  // or qualifying widow(er)</a:t>
            </a:r>
            <a:endParaRPr lang="en-US" altLang="en-US" sz="2000" b="1" smtClean="0">
              <a:solidFill>
                <a:srgbClr val="000000"/>
              </a:solidFill>
              <a:latin typeface="Courier" charset="0"/>
              <a:cs typeface="Times New Roman" panose="02020603050405020304" pitchFamily="18" charset="0"/>
            </a:endParaRPr>
          </a:p>
          <a:p>
            <a:pPr marL="0" indent="0">
              <a:lnSpc>
                <a:spcPct val="90000"/>
              </a:lnSpc>
              <a:buFont typeface="Monotype Sorts" pitchFamily="2" charset="2"/>
              <a:buNone/>
            </a:pPr>
            <a:r>
              <a:rPr lang="en-US" altLang="en-US" sz="2000" b="1" smtClean="0">
                <a:solidFill>
                  <a:srgbClr val="000000"/>
                </a:solidFill>
                <a:latin typeface="Courier New" panose="02070309020205020404" pitchFamily="49" charset="0"/>
                <a:cs typeface="Courier New" panose="02070309020205020404" pitchFamily="49" charset="0"/>
              </a:rPr>
              <a:t>}</a:t>
            </a:r>
            <a:endParaRPr lang="en-US" altLang="en-US" sz="2000" b="1" smtClean="0">
              <a:solidFill>
                <a:srgbClr val="000000"/>
              </a:solidFill>
              <a:latin typeface="Courier" charset="0"/>
              <a:cs typeface="Times New Roman" panose="02020603050405020304" pitchFamily="18" charset="0"/>
            </a:endParaRPr>
          </a:p>
          <a:p>
            <a:pPr marL="0" indent="0">
              <a:lnSpc>
                <a:spcPct val="90000"/>
              </a:lnSpc>
              <a:buFont typeface="Monotype Sorts" pitchFamily="2" charset="2"/>
              <a:buNone/>
            </a:pPr>
            <a:r>
              <a:rPr lang="en-US" altLang="en-US" sz="2000" b="1" smtClean="0">
                <a:solidFill>
                  <a:srgbClr val="000000"/>
                </a:solidFill>
                <a:latin typeface="Courier New" panose="02070309020205020404" pitchFamily="49" charset="0"/>
                <a:cs typeface="Courier New" panose="02070309020205020404" pitchFamily="49" charset="0"/>
              </a:rPr>
              <a:t>else if (status == 2) {</a:t>
            </a:r>
            <a:endParaRPr lang="en-US" altLang="en-US" sz="2000" b="1" smtClean="0">
              <a:solidFill>
                <a:srgbClr val="000000"/>
              </a:solidFill>
              <a:latin typeface="Courier" charset="0"/>
              <a:cs typeface="Times New Roman" panose="02020603050405020304" pitchFamily="18" charset="0"/>
            </a:endParaRPr>
          </a:p>
          <a:p>
            <a:pPr marL="0" indent="0">
              <a:lnSpc>
                <a:spcPct val="90000"/>
              </a:lnSpc>
              <a:buFont typeface="Monotype Sorts" pitchFamily="2" charset="2"/>
              <a:buNone/>
            </a:pPr>
            <a:r>
              <a:rPr lang="en-US" altLang="en-US" sz="2000" b="1" smtClean="0">
                <a:solidFill>
                  <a:srgbClr val="000000"/>
                </a:solidFill>
                <a:latin typeface="Courier New" panose="02070309020205020404" pitchFamily="49" charset="0"/>
                <a:cs typeface="Courier New" panose="02070309020205020404" pitchFamily="49" charset="0"/>
              </a:rPr>
              <a:t>  // Compute tax for married file separately</a:t>
            </a:r>
            <a:endParaRPr lang="en-US" altLang="en-US" sz="2000" b="1" smtClean="0">
              <a:solidFill>
                <a:srgbClr val="000000"/>
              </a:solidFill>
              <a:latin typeface="Courier" charset="0"/>
              <a:cs typeface="Times New Roman" panose="02020603050405020304" pitchFamily="18" charset="0"/>
            </a:endParaRPr>
          </a:p>
          <a:p>
            <a:pPr marL="0" indent="0">
              <a:lnSpc>
                <a:spcPct val="90000"/>
              </a:lnSpc>
              <a:buFont typeface="Monotype Sorts" pitchFamily="2" charset="2"/>
              <a:buNone/>
            </a:pPr>
            <a:r>
              <a:rPr lang="en-US" altLang="en-US" sz="2000" b="1" smtClean="0">
                <a:solidFill>
                  <a:srgbClr val="000000"/>
                </a:solidFill>
                <a:latin typeface="Courier New" panose="02070309020205020404" pitchFamily="49" charset="0"/>
                <a:cs typeface="Courier New" panose="02070309020205020404" pitchFamily="49" charset="0"/>
              </a:rPr>
              <a:t>}</a:t>
            </a:r>
            <a:endParaRPr lang="en-US" altLang="en-US" sz="2000" b="1" smtClean="0">
              <a:solidFill>
                <a:srgbClr val="000000"/>
              </a:solidFill>
              <a:latin typeface="Courier" charset="0"/>
              <a:cs typeface="Times New Roman" panose="02020603050405020304" pitchFamily="18" charset="0"/>
            </a:endParaRPr>
          </a:p>
          <a:p>
            <a:pPr marL="0" indent="0">
              <a:lnSpc>
                <a:spcPct val="90000"/>
              </a:lnSpc>
              <a:buFont typeface="Monotype Sorts" pitchFamily="2" charset="2"/>
              <a:buNone/>
            </a:pPr>
            <a:r>
              <a:rPr lang="en-US" altLang="en-US" sz="2000" b="1" smtClean="0">
                <a:solidFill>
                  <a:srgbClr val="000000"/>
                </a:solidFill>
                <a:latin typeface="Courier New" panose="02070309020205020404" pitchFamily="49" charset="0"/>
                <a:cs typeface="Courier New" panose="02070309020205020404" pitchFamily="49" charset="0"/>
              </a:rPr>
              <a:t>else if (status == 3) {</a:t>
            </a:r>
            <a:endParaRPr lang="en-US" altLang="en-US" sz="2000" b="1" smtClean="0">
              <a:solidFill>
                <a:srgbClr val="000000"/>
              </a:solidFill>
              <a:latin typeface="Courier" charset="0"/>
              <a:cs typeface="Times New Roman" panose="02020603050405020304" pitchFamily="18" charset="0"/>
            </a:endParaRPr>
          </a:p>
          <a:p>
            <a:pPr marL="0" indent="0">
              <a:lnSpc>
                <a:spcPct val="90000"/>
              </a:lnSpc>
              <a:buFont typeface="Monotype Sorts" pitchFamily="2" charset="2"/>
              <a:buNone/>
            </a:pPr>
            <a:r>
              <a:rPr lang="en-US" altLang="en-US" sz="2000" b="1" smtClean="0">
                <a:solidFill>
                  <a:srgbClr val="000000"/>
                </a:solidFill>
                <a:latin typeface="Courier New" panose="02070309020205020404" pitchFamily="49" charset="0"/>
                <a:cs typeface="Courier New" panose="02070309020205020404" pitchFamily="49" charset="0"/>
              </a:rPr>
              <a:t>  // Compute tax for head of household</a:t>
            </a:r>
            <a:endParaRPr lang="en-US" altLang="en-US" sz="2000" b="1" smtClean="0">
              <a:solidFill>
                <a:srgbClr val="000000"/>
              </a:solidFill>
              <a:latin typeface="Courier" charset="0"/>
              <a:cs typeface="Times New Roman" panose="02020603050405020304" pitchFamily="18" charset="0"/>
            </a:endParaRPr>
          </a:p>
          <a:p>
            <a:pPr marL="0" indent="0">
              <a:lnSpc>
                <a:spcPct val="90000"/>
              </a:lnSpc>
              <a:buFont typeface="Monotype Sorts" pitchFamily="2" charset="2"/>
              <a:buNone/>
            </a:pPr>
            <a:r>
              <a:rPr lang="en-US" altLang="en-US" sz="2000" b="1" smtClean="0">
                <a:solidFill>
                  <a:srgbClr val="000000"/>
                </a:solidFill>
                <a:latin typeface="Courier New" panose="02070309020205020404" pitchFamily="49" charset="0"/>
                <a:cs typeface="Courier New" panose="02070309020205020404" pitchFamily="49" charset="0"/>
              </a:rPr>
              <a:t>}</a:t>
            </a:r>
            <a:endParaRPr lang="en-US" altLang="en-US" sz="2000" b="1" smtClean="0">
              <a:solidFill>
                <a:srgbClr val="000000"/>
              </a:solidFill>
              <a:latin typeface="Courier" charset="0"/>
              <a:cs typeface="Times New Roman" panose="02020603050405020304" pitchFamily="18" charset="0"/>
            </a:endParaRPr>
          </a:p>
          <a:p>
            <a:pPr marL="0" indent="0">
              <a:lnSpc>
                <a:spcPct val="90000"/>
              </a:lnSpc>
              <a:buFont typeface="Monotype Sorts" pitchFamily="2" charset="2"/>
              <a:buNone/>
            </a:pPr>
            <a:r>
              <a:rPr lang="en-US" altLang="en-US" sz="2000" b="1" smtClean="0">
                <a:solidFill>
                  <a:srgbClr val="000000"/>
                </a:solidFill>
                <a:latin typeface="Courier New" panose="02070309020205020404" pitchFamily="49" charset="0"/>
                <a:cs typeface="Courier New" panose="02070309020205020404" pitchFamily="49" charset="0"/>
              </a:rPr>
              <a:t>else {</a:t>
            </a:r>
            <a:endParaRPr lang="en-US" altLang="en-US" sz="2000" b="1" smtClean="0">
              <a:solidFill>
                <a:srgbClr val="000000"/>
              </a:solidFill>
              <a:latin typeface="Courier" charset="0"/>
              <a:cs typeface="Times New Roman" panose="02020603050405020304" pitchFamily="18" charset="0"/>
            </a:endParaRPr>
          </a:p>
          <a:p>
            <a:pPr marL="0" indent="0">
              <a:lnSpc>
                <a:spcPct val="90000"/>
              </a:lnSpc>
              <a:buFont typeface="Monotype Sorts" pitchFamily="2" charset="2"/>
              <a:buNone/>
            </a:pPr>
            <a:r>
              <a:rPr lang="en-US" altLang="en-US" sz="2000" b="1" smtClean="0">
                <a:solidFill>
                  <a:srgbClr val="000000"/>
                </a:solidFill>
                <a:latin typeface="Courier New" panose="02070309020205020404" pitchFamily="49" charset="0"/>
                <a:cs typeface="Courier New" panose="02070309020205020404" pitchFamily="49" charset="0"/>
              </a:rPr>
              <a:t>  // Display wrong status</a:t>
            </a:r>
            <a:endParaRPr lang="en-US" altLang="en-US" sz="2000" b="1" smtClean="0">
              <a:solidFill>
                <a:srgbClr val="000000"/>
              </a:solidFill>
              <a:latin typeface="Courier" charset="0"/>
              <a:cs typeface="Times New Roman" panose="02020603050405020304" pitchFamily="18" charset="0"/>
            </a:endParaRPr>
          </a:p>
          <a:p>
            <a:pPr marL="0" indent="0">
              <a:lnSpc>
                <a:spcPct val="90000"/>
              </a:lnSpc>
              <a:buFont typeface="Monotype Sorts" pitchFamily="2" charset="2"/>
              <a:buNone/>
            </a:pPr>
            <a:r>
              <a:rPr lang="en-US" altLang="en-US" sz="2000" b="1" smtClean="0">
                <a:solidFill>
                  <a:srgbClr val="000000"/>
                </a:solid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67157874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a:solidFill>
                  <a:srgbClr val="00B050"/>
                </a:solidFill>
                <a:latin typeface="Arial"/>
              </a:rPr>
              <a:t>4.4.3  Iteration Statements</a:t>
            </a:r>
            <a:endParaRPr lang="en-US" dirty="0">
              <a:solidFill>
                <a:srgbClr val="3380E6"/>
              </a:solidFill>
              <a:latin typeface="Arial"/>
            </a:endParaRPr>
          </a:p>
        </p:txBody>
      </p:sp>
      <p:sp>
        <p:nvSpPr>
          <p:cNvPr id="25603" name="Text Placeholder 2"/>
          <p:cNvSpPr>
            <a:spLocks noGrp="1"/>
          </p:cNvSpPr>
          <p:nvPr>
            <p:ph type="body" idx="1"/>
          </p:nvPr>
        </p:nvSpPr>
        <p:spPr/>
        <p:txBody>
          <a:bodyPr/>
          <a:lstStyle/>
          <a:p>
            <a:pPr eaLnBrk="1" hangingPunct="1"/>
            <a:r>
              <a:rPr lang="en-US" altLang="en-US" dirty="0">
                <a:solidFill>
                  <a:srgbClr val="000000"/>
                </a:solidFill>
                <a:latin typeface="Cambria" panose="02040503050406030204" pitchFamily="18" charset="0"/>
              </a:rPr>
              <a:t>C++ provides three types of iteration statements (also called </a:t>
            </a:r>
            <a:r>
              <a:rPr lang="en-US" altLang="en-US" dirty="0">
                <a:solidFill>
                  <a:srgbClr val="0000FF"/>
                </a:solidFill>
                <a:latin typeface="Cambria" panose="02040503050406030204" pitchFamily="18" charset="0"/>
              </a:rPr>
              <a:t>looping statements</a:t>
            </a:r>
            <a:r>
              <a:rPr lang="en-US" altLang="en-US" dirty="0">
                <a:solidFill>
                  <a:srgbClr val="000000"/>
                </a:solidFill>
                <a:latin typeface="Cambria" panose="02040503050406030204" pitchFamily="18" charset="0"/>
              </a:rPr>
              <a:t> or </a:t>
            </a:r>
            <a:r>
              <a:rPr lang="en-US" altLang="en-US" dirty="0">
                <a:solidFill>
                  <a:srgbClr val="0000FF"/>
                </a:solidFill>
                <a:latin typeface="Cambria" panose="02040503050406030204" pitchFamily="18" charset="0"/>
              </a:rPr>
              <a:t>loops</a:t>
            </a:r>
            <a:r>
              <a:rPr lang="en-US" altLang="en-US" dirty="0">
                <a:solidFill>
                  <a:srgbClr val="000000"/>
                </a:solidFill>
                <a:latin typeface="Cambria" panose="02040503050406030204" pitchFamily="18" charset="0"/>
              </a:rPr>
              <a:t>) for performing statements repeatedly while a condition (called the </a:t>
            </a:r>
            <a:r>
              <a:rPr lang="en-US" altLang="en-US" dirty="0">
                <a:solidFill>
                  <a:srgbClr val="0000FF"/>
                </a:solidFill>
                <a:latin typeface="Cambria" panose="02040503050406030204" pitchFamily="18" charset="0"/>
              </a:rPr>
              <a:t>loop-continuation condition</a:t>
            </a:r>
            <a:r>
              <a:rPr lang="en-US" altLang="en-US" dirty="0">
                <a:solidFill>
                  <a:srgbClr val="000000"/>
                </a:solidFill>
                <a:latin typeface="Cambria" panose="02040503050406030204" pitchFamily="18" charset="0"/>
              </a:rPr>
              <a:t>) remains true—</a:t>
            </a:r>
            <a:r>
              <a:rPr lang="en-US" altLang="en-US" dirty="0">
                <a:solidFill>
                  <a:srgbClr val="0000FF"/>
                </a:solidFill>
                <a:latin typeface="Consolas" panose="020B0609020204030204" pitchFamily="49" charset="0"/>
              </a:rPr>
              <a:t>while</a:t>
            </a:r>
            <a:r>
              <a:rPr lang="en-US" altLang="en-US" dirty="0">
                <a:solidFill>
                  <a:srgbClr val="000000"/>
                </a:solidFill>
                <a:latin typeface="Cambria" panose="02040503050406030204" pitchFamily="18" charset="0"/>
              </a:rPr>
              <a:t>, </a:t>
            </a:r>
            <a:r>
              <a:rPr lang="en-US" altLang="en-US" dirty="0">
                <a:solidFill>
                  <a:srgbClr val="0000FF"/>
                </a:solidFill>
                <a:latin typeface="Consolas" panose="020B0609020204030204" pitchFamily="49" charset="0"/>
              </a:rPr>
              <a:t>do</a:t>
            </a:r>
            <a:r>
              <a:rPr lang="en-US" altLang="en-US" dirty="0">
                <a:solidFill>
                  <a:srgbClr val="0000FF"/>
                </a:solidFill>
                <a:latin typeface="Cambria" panose="02040503050406030204" pitchFamily="18" charset="0"/>
              </a:rPr>
              <a:t>…</a:t>
            </a:r>
            <a:r>
              <a:rPr lang="en-US" altLang="en-US" dirty="0">
                <a:solidFill>
                  <a:srgbClr val="0000FF"/>
                </a:solidFill>
                <a:latin typeface="Consolas" panose="020B0609020204030204" pitchFamily="49" charset="0"/>
              </a:rPr>
              <a:t>while</a:t>
            </a:r>
            <a:r>
              <a:rPr lang="en-US" altLang="en-US" dirty="0">
                <a:solidFill>
                  <a:srgbClr val="000000"/>
                </a:solidFill>
                <a:latin typeface="Cambria" panose="02040503050406030204" pitchFamily="18" charset="0"/>
              </a:rPr>
              <a:t> and </a:t>
            </a:r>
            <a:r>
              <a:rPr lang="en-US" altLang="en-US" dirty="0">
                <a:solidFill>
                  <a:srgbClr val="0000FF"/>
                </a:solidFill>
                <a:latin typeface="Consolas" panose="020B0609020204030204" pitchFamily="49" charset="0"/>
              </a:rPr>
              <a:t>for</a:t>
            </a:r>
            <a:r>
              <a:rPr lang="en-US" altLang="en-US" dirty="0">
                <a:solidFill>
                  <a:srgbClr val="000000"/>
                </a:solidFill>
                <a:latin typeface="Cambria" panose="02040503050406030204" pitchFamily="18" charset="0"/>
              </a:rPr>
              <a:t>.</a:t>
            </a:r>
          </a:p>
          <a:p>
            <a:pPr lvl="1" eaLnBrk="1" hangingPunct="1"/>
            <a:r>
              <a:rPr lang="en-US" altLang="en-US" dirty="0">
                <a:solidFill>
                  <a:srgbClr val="000000"/>
                </a:solidFill>
                <a:latin typeface="Cambria" panose="02040503050406030204" pitchFamily="18" charset="0"/>
              </a:rPr>
              <a:t>The </a:t>
            </a:r>
            <a:r>
              <a:rPr lang="en-US" altLang="en-US" dirty="0">
                <a:solidFill>
                  <a:srgbClr val="000000"/>
                </a:solidFill>
                <a:latin typeface="Consolas" panose="020B0609020204030204" pitchFamily="49" charset="0"/>
              </a:rPr>
              <a:t>while</a:t>
            </a:r>
            <a:r>
              <a:rPr lang="en-US" altLang="en-US" dirty="0">
                <a:solidFill>
                  <a:srgbClr val="000000"/>
                </a:solidFill>
                <a:latin typeface="Cambria" panose="02040503050406030204" pitchFamily="18" charset="0"/>
              </a:rPr>
              <a:t> and </a:t>
            </a:r>
            <a:r>
              <a:rPr lang="en-US" altLang="en-US" dirty="0">
                <a:solidFill>
                  <a:srgbClr val="000000"/>
                </a:solidFill>
                <a:latin typeface="Consolas" panose="020B0609020204030204" pitchFamily="49" charset="0"/>
              </a:rPr>
              <a:t>for</a:t>
            </a:r>
            <a:r>
              <a:rPr lang="en-US" altLang="en-US" dirty="0">
                <a:solidFill>
                  <a:srgbClr val="000000"/>
                </a:solidFill>
                <a:latin typeface="Cambria" panose="02040503050406030204" pitchFamily="18" charset="0"/>
              </a:rPr>
              <a:t> statements perform the action (or group of actions) in their bodies zero or more times.</a:t>
            </a:r>
          </a:p>
          <a:p>
            <a:pPr lvl="1" eaLnBrk="1" hangingPunct="1"/>
            <a:r>
              <a:rPr lang="en-US" altLang="en-US" dirty="0">
                <a:solidFill>
                  <a:srgbClr val="000000"/>
                </a:solidFill>
                <a:latin typeface="Cambria" panose="02040503050406030204" pitchFamily="18" charset="0"/>
              </a:rPr>
              <a:t>The </a:t>
            </a:r>
            <a:r>
              <a:rPr lang="en-US" altLang="en-US" dirty="0">
                <a:solidFill>
                  <a:srgbClr val="000000"/>
                </a:solidFill>
                <a:latin typeface="Consolas" panose="020B0609020204030204" pitchFamily="49" charset="0"/>
              </a:rPr>
              <a:t>do</a:t>
            </a:r>
            <a:r>
              <a:rPr lang="en-US" altLang="en-US" dirty="0">
                <a:solidFill>
                  <a:srgbClr val="000000"/>
                </a:solidFill>
                <a:latin typeface="Cambria" panose="02040503050406030204" pitchFamily="18" charset="0"/>
              </a:rPr>
              <a:t>…</a:t>
            </a:r>
            <a:r>
              <a:rPr lang="en-US" altLang="en-US" dirty="0">
                <a:solidFill>
                  <a:srgbClr val="000000"/>
                </a:solidFill>
                <a:latin typeface="Consolas" panose="020B0609020204030204" pitchFamily="49" charset="0"/>
              </a:rPr>
              <a:t>while</a:t>
            </a:r>
            <a:r>
              <a:rPr lang="en-US" altLang="en-US" dirty="0">
                <a:solidFill>
                  <a:srgbClr val="000000"/>
                </a:solidFill>
                <a:latin typeface="Cambria" panose="02040503050406030204" pitchFamily="18" charset="0"/>
              </a:rPr>
              <a:t> statement performs the action (or group of actions) in its body </a:t>
            </a:r>
            <a:r>
              <a:rPr lang="en-US" altLang="en-US" i="1" dirty="0">
                <a:solidFill>
                  <a:srgbClr val="000000"/>
                </a:solidFill>
                <a:latin typeface="Cambria" panose="02040503050406030204" pitchFamily="18" charset="0"/>
              </a:rPr>
              <a:t>at least once</a:t>
            </a:r>
            <a:r>
              <a:rPr lang="en-US" altLang="en-US" dirty="0">
                <a:solidFill>
                  <a:srgbClr val="000000"/>
                </a:solidFill>
                <a:latin typeface="Cambria" panose="02040503050406030204" pitchFamily="18" charset="0"/>
              </a:rPr>
              <a:t>.</a:t>
            </a:r>
          </a:p>
        </p:txBody>
      </p:sp>
      <p:sp>
        <p:nvSpPr>
          <p:cNvPr id="25604"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fontAlgn="auto" hangingPunct="1">
              <a:spcAft>
                <a:spcPts val="0"/>
              </a:spcAft>
              <a:defRPr/>
            </a:pPr>
            <a:r>
              <a:rPr lang="en-US" dirty="0">
                <a:solidFill>
                  <a:srgbClr val="00B050"/>
                </a:solidFill>
                <a:latin typeface="Arial"/>
              </a:rPr>
              <a:t>4.4.3  Iteration Statements</a:t>
            </a:r>
            <a:endParaRPr lang="en-US" dirty="0">
              <a:solidFill>
                <a:srgbClr val="3380E6"/>
              </a:solidFill>
              <a:latin typeface="Arial"/>
            </a:endParaRPr>
          </a:p>
        </p:txBody>
      </p:sp>
      <p:sp>
        <p:nvSpPr>
          <p:cNvPr id="26627" name="Text Placeholder 2"/>
          <p:cNvSpPr>
            <a:spLocks noGrp="1"/>
          </p:cNvSpPr>
          <p:nvPr>
            <p:ph type="body" idx="1"/>
          </p:nvPr>
        </p:nvSpPr>
        <p:spPr/>
        <p:txBody>
          <a:bodyPr/>
          <a:lstStyle/>
          <a:p>
            <a:pPr eaLnBrk="1" hangingPunct="1"/>
            <a:r>
              <a:rPr lang="en-US" altLang="en-US" dirty="0">
                <a:solidFill>
                  <a:srgbClr val="000000"/>
                </a:solidFill>
                <a:latin typeface="Cambria" panose="02040503050406030204" pitchFamily="18" charset="0"/>
              </a:rPr>
              <a:t>Each of the words </a:t>
            </a:r>
            <a:r>
              <a:rPr lang="en-US" altLang="en-US" dirty="0">
                <a:solidFill>
                  <a:srgbClr val="000000"/>
                </a:solidFill>
                <a:latin typeface="Consolas" panose="020B0609020204030204" pitchFamily="49" charset="0"/>
              </a:rPr>
              <a:t>if</a:t>
            </a:r>
            <a:r>
              <a:rPr lang="en-US" altLang="en-US" dirty="0">
                <a:solidFill>
                  <a:srgbClr val="000000"/>
                </a:solidFill>
                <a:latin typeface="Cambria" panose="02040503050406030204" pitchFamily="18" charset="0"/>
              </a:rPr>
              <a:t>, </a:t>
            </a:r>
            <a:r>
              <a:rPr lang="en-US" altLang="en-US" dirty="0">
                <a:solidFill>
                  <a:srgbClr val="000000"/>
                </a:solidFill>
                <a:latin typeface="Consolas" panose="020B0609020204030204" pitchFamily="49" charset="0"/>
              </a:rPr>
              <a:t>else</a:t>
            </a:r>
            <a:r>
              <a:rPr lang="en-US" altLang="en-US" dirty="0">
                <a:solidFill>
                  <a:srgbClr val="000000"/>
                </a:solidFill>
                <a:latin typeface="Cambria" panose="02040503050406030204" pitchFamily="18" charset="0"/>
              </a:rPr>
              <a:t>, </a:t>
            </a:r>
            <a:r>
              <a:rPr lang="en-US" altLang="en-US" dirty="0">
                <a:solidFill>
                  <a:srgbClr val="000000"/>
                </a:solidFill>
                <a:latin typeface="Consolas" panose="020B0609020204030204" pitchFamily="49" charset="0"/>
              </a:rPr>
              <a:t>switch</a:t>
            </a:r>
            <a:r>
              <a:rPr lang="en-US" altLang="en-US" dirty="0">
                <a:solidFill>
                  <a:srgbClr val="000000"/>
                </a:solidFill>
                <a:latin typeface="Cambria" panose="02040503050406030204" pitchFamily="18" charset="0"/>
              </a:rPr>
              <a:t>, </a:t>
            </a:r>
            <a:r>
              <a:rPr lang="en-US" altLang="en-US" dirty="0">
                <a:solidFill>
                  <a:srgbClr val="000000"/>
                </a:solidFill>
                <a:latin typeface="Consolas" panose="020B0609020204030204" pitchFamily="49" charset="0"/>
              </a:rPr>
              <a:t>while</a:t>
            </a:r>
            <a:r>
              <a:rPr lang="en-US" altLang="en-US" dirty="0">
                <a:solidFill>
                  <a:srgbClr val="000000"/>
                </a:solidFill>
                <a:latin typeface="Cambria" panose="02040503050406030204" pitchFamily="18" charset="0"/>
              </a:rPr>
              <a:t>, </a:t>
            </a:r>
            <a:r>
              <a:rPr lang="en-US" altLang="en-US" dirty="0">
                <a:solidFill>
                  <a:srgbClr val="000000"/>
                </a:solidFill>
                <a:latin typeface="Consolas" panose="020B0609020204030204" pitchFamily="49" charset="0"/>
              </a:rPr>
              <a:t>do</a:t>
            </a:r>
            <a:r>
              <a:rPr lang="en-US" altLang="en-US" dirty="0">
                <a:solidFill>
                  <a:srgbClr val="000000"/>
                </a:solidFill>
                <a:latin typeface="Cambria" panose="02040503050406030204" pitchFamily="18" charset="0"/>
              </a:rPr>
              <a:t> and </a:t>
            </a:r>
            <a:r>
              <a:rPr lang="en-US" altLang="en-US" dirty="0">
                <a:solidFill>
                  <a:srgbClr val="000000"/>
                </a:solidFill>
                <a:latin typeface="Consolas" panose="020B0609020204030204" pitchFamily="49" charset="0"/>
              </a:rPr>
              <a:t>for</a:t>
            </a:r>
            <a:r>
              <a:rPr lang="en-US" altLang="en-US" dirty="0">
                <a:solidFill>
                  <a:srgbClr val="000000"/>
                </a:solidFill>
                <a:latin typeface="Cambria" panose="02040503050406030204" pitchFamily="18" charset="0"/>
              </a:rPr>
              <a:t> is a C++ keyword.</a:t>
            </a:r>
          </a:p>
          <a:p>
            <a:pPr eaLnBrk="1" hangingPunct="1"/>
            <a:r>
              <a:rPr lang="en-US" altLang="en-US" dirty="0">
                <a:solidFill>
                  <a:srgbClr val="000000"/>
                </a:solidFill>
                <a:latin typeface="Cambria" panose="02040503050406030204" pitchFamily="18" charset="0"/>
              </a:rPr>
              <a:t>These words are reserved by the C++ programming language to implement various features, such as C++’s control statements.</a:t>
            </a:r>
          </a:p>
          <a:p>
            <a:pPr eaLnBrk="1" hangingPunct="1"/>
            <a:r>
              <a:rPr lang="en-US" altLang="en-US" dirty="0">
                <a:solidFill>
                  <a:srgbClr val="000000"/>
                </a:solidFill>
                <a:latin typeface="Cambria" panose="02040503050406030204" pitchFamily="18" charset="0"/>
              </a:rPr>
              <a:t>Keywords </a:t>
            </a:r>
            <a:r>
              <a:rPr lang="en-US" altLang="en-US" i="1" dirty="0">
                <a:solidFill>
                  <a:srgbClr val="000000"/>
                </a:solidFill>
                <a:latin typeface="Cambria" panose="02040503050406030204" pitchFamily="18" charset="0"/>
              </a:rPr>
              <a:t>cannot</a:t>
            </a:r>
            <a:r>
              <a:rPr lang="en-US" altLang="en-US" dirty="0">
                <a:solidFill>
                  <a:srgbClr val="000000"/>
                </a:solidFill>
                <a:latin typeface="Cambria" panose="02040503050406030204" pitchFamily="18" charset="0"/>
              </a:rPr>
              <a:t> be used as identifiers, such as variable names.</a:t>
            </a:r>
          </a:p>
          <a:p>
            <a:pPr eaLnBrk="1" hangingPunct="1"/>
            <a:r>
              <a:rPr lang="en-US" altLang="en-US" dirty="0">
                <a:solidFill>
                  <a:srgbClr val="000000"/>
                </a:solidFill>
                <a:latin typeface="Cambria" panose="02040503050406030204" pitchFamily="18" charset="0"/>
              </a:rPr>
              <a:t>Figure 4.3 provides a complete list of C++ keywords-.</a:t>
            </a:r>
          </a:p>
        </p:txBody>
      </p:sp>
      <p:sp>
        <p:nvSpPr>
          <p:cNvPr id="26628"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15"/>
          <p:cNvPicPr>
            <a:picLocks noGrp="1" noChangeAspect="1"/>
          </p:cNvPicPr>
          <p:nvPr isPhoto="1"/>
        </p:nvPicPr>
        <p:blipFill>
          <a:blip r:embed="rId2" cstate="print">
            <a:lum/>
            <a:extLst>
              <a:ext uri="{28A0092B-C50C-407E-A947-70E740481C1C}">
                <a14:useLocalDpi xmlns:a14="http://schemas.microsoft.com/office/drawing/2010/main" val="0"/>
              </a:ext>
            </a:extLst>
          </a:blip>
          <a:stretch>
            <a:fillRect/>
          </a:stretch>
        </p:blipFill>
        <p:spPr>
          <a:xfrm>
            <a:off x="1226344" y="857250"/>
            <a:ext cx="6691313" cy="5143500"/>
          </a:xfrm>
          <a:prstGeom prst="rect">
            <a:avLst/>
          </a:prstGeom>
          <a:noFill/>
          <a:ln>
            <a:noFill/>
          </a:ln>
        </p:spPr>
      </p:pic>
    </p:spTree>
    <p:extLst>
      <p:ext uri="{BB962C8B-B14F-4D97-AF65-F5344CB8AC3E}">
        <p14:creationId xmlns:p14="http://schemas.microsoft.com/office/powerpoint/2010/main" val="30574687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16"/>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970485"/>
            <a:ext cx="9144000" cy="2917031"/>
          </a:xfrm>
          <a:prstGeom prst="rect">
            <a:avLst/>
          </a:prstGeom>
          <a:noFill/>
          <a:ln>
            <a:noFill/>
          </a:ln>
        </p:spPr>
      </p:pic>
    </p:spTree>
    <p:extLst>
      <p:ext uri="{BB962C8B-B14F-4D97-AF65-F5344CB8AC3E}">
        <p14:creationId xmlns:p14="http://schemas.microsoft.com/office/powerpoint/2010/main" val="32437793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19"/>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820466"/>
            <a:ext cx="9144000" cy="3215878"/>
          </a:xfrm>
          <a:prstGeom prst="rect">
            <a:avLst/>
          </a:prstGeom>
          <a:noFill/>
          <a:ln>
            <a:noFill/>
          </a:ln>
        </p:spPr>
      </p:pic>
    </p:spTree>
    <p:extLst>
      <p:ext uri="{BB962C8B-B14F-4D97-AF65-F5344CB8AC3E}">
        <p14:creationId xmlns:p14="http://schemas.microsoft.com/office/powerpoint/2010/main" val="36399454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25"/>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782366"/>
            <a:ext cx="9144000" cy="3293269"/>
          </a:xfrm>
          <a:prstGeom prst="rect">
            <a:avLst/>
          </a:prstGeom>
          <a:noFill/>
          <a:ln>
            <a:noFill/>
          </a:ln>
        </p:spPr>
      </p:pic>
    </p:spTree>
    <p:extLst>
      <p:ext uri="{BB962C8B-B14F-4D97-AF65-F5344CB8AC3E}">
        <p14:creationId xmlns:p14="http://schemas.microsoft.com/office/powerpoint/2010/main" val="16212192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fontAlgn="auto" hangingPunct="1">
              <a:spcAft>
                <a:spcPts val="0"/>
              </a:spcAft>
              <a:defRPr/>
            </a:pPr>
            <a:r>
              <a:rPr lang="en-US" dirty="0">
                <a:solidFill>
                  <a:srgbClr val="00B050"/>
                </a:solidFill>
                <a:latin typeface="Arial"/>
              </a:rPr>
              <a:t>4.6.4  Conditional Operator (?:)</a:t>
            </a:r>
            <a:endParaRPr lang="en-US" dirty="0">
              <a:solidFill>
                <a:srgbClr val="3380E6"/>
              </a:solidFill>
              <a:latin typeface="Arial"/>
            </a:endParaRPr>
          </a:p>
        </p:txBody>
      </p:sp>
      <p:sp>
        <p:nvSpPr>
          <p:cNvPr id="43011" name="Text Placeholder 2"/>
          <p:cNvSpPr>
            <a:spLocks noGrp="1"/>
          </p:cNvSpPr>
          <p:nvPr>
            <p:ph type="body" idx="1"/>
          </p:nvPr>
        </p:nvSpPr>
        <p:spPr>
          <a:xfrm>
            <a:off x="457200" y="1334022"/>
            <a:ext cx="8229600" cy="4525962"/>
          </a:xfrm>
        </p:spPr>
        <p:txBody>
          <a:bodyPr/>
          <a:lstStyle/>
          <a:p>
            <a:pPr eaLnBrk="1" hangingPunct="1">
              <a:lnSpc>
                <a:spcPct val="90000"/>
              </a:lnSpc>
            </a:pPr>
            <a:r>
              <a:rPr lang="en-US" altLang="en-US" dirty="0">
                <a:solidFill>
                  <a:srgbClr val="000000"/>
                </a:solidFill>
                <a:latin typeface="Cambria" panose="02040503050406030204" pitchFamily="18" charset="0"/>
              </a:rPr>
              <a:t>C++’s only </a:t>
            </a:r>
            <a:r>
              <a:rPr lang="en-US" altLang="en-US" dirty="0">
                <a:solidFill>
                  <a:srgbClr val="0000FF"/>
                </a:solidFill>
                <a:latin typeface="Cambria" panose="02040503050406030204" pitchFamily="18" charset="0"/>
              </a:rPr>
              <a:t>ternary operator</a:t>
            </a:r>
            <a:r>
              <a:rPr lang="en-US" altLang="en-US" dirty="0">
                <a:solidFill>
                  <a:srgbClr val="000000"/>
                </a:solidFill>
                <a:latin typeface="Cambria" panose="02040503050406030204" pitchFamily="18" charset="0"/>
              </a:rPr>
              <a:t>—it takes three operands. </a:t>
            </a:r>
          </a:p>
          <a:p>
            <a:pPr marL="109537" indent="0" eaLnBrk="1" hangingPunct="1">
              <a:lnSpc>
                <a:spcPct val="90000"/>
              </a:lnSpc>
              <a:buNone/>
            </a:pPr>
            <a:endParaRPr lang="en-US" altLang="en-US" dirty="0">
              <a:solidFill>
                <a:srgbClr val="000000"/>
              </a:solidFill>
              <a:latin typeface="Cambria" panose="02040503050406030204" pitchFamily="18" charset="0"/>
            </a:endParaRPr>
          </a:p>
          <a:p>
            <a:pPr eaLnBrk="1" hangingPunct="1">
              <a:lnSpc>
                <a:spcPct val="90000"/>
              </a:lnSpc>
            </a:pPr>
            <a:r>
              <a:rPr lang="en-US" altLang="en-US" dirty="0">
                <a:solidFill>
                  <a:srgbClr val="000000"/>
                </a:solidFill>
                <a:latin typeface="Cambria" panose="02040503050406030204" pitchFamily="18" charset="0"/>
              </a:rPr>
              <a:t>Syntax:</a:t>
            </a:r>
          </a:p>
          <a:p>
            <a:pPr marL="392113" lvl="1" indent="0" eaLnBrk="1" hangingPunct="1">
              <a:lnSpc>
                <a:spcPct val="90000"/>
              </a:lnSpc>
              <a:buNone/>
            </a:pPr>
            <a:r>
              <a:rPr lang="en-US" altLang="en-US" sz="2000" dirty="0">
                <a:solidFill>
                  <a:srgbClr val="000000"/>
                </a:solidFill>
                <a:latin typeface="Cambria" panose="02040503050406030204" pitchFamily="18" charset="0"/>
              </a:rPr>
              <a:t>   ( (condition)</a:t>
            </a:r>
            <a:r>
              <a:rPr lang="en-US" altLang="en-US" dirty="0">
                <a:solidFill>
                  <a:srgbClr val="000000"/>
                </a:solidFill>
                <a:latin typeface="Cambria" panose="02040503050406030204" pitchFamily="18" charset="0"/>
              </a:rPr>
              <a:t> </a:t>
            </a:r>
            <a:r>
              <a:rPr lang="en-US" altLang="en-US" sz="2000" dirty="0">
                <a:solidFill>
                  <a:srgbClr val="0000FF"/>
                </a:solidFill>
                <a:latin typeface="Consolas" panose="020B0609020204030204" pitchFamily="49" charset="0"/>
              </a:rPr>
              <a:t>? </a:t>
            </a:r>
            <a:r>
              <a:rPr lang="en-US" altLang="en-US" sz="2000" dirty="0">
                <a:solidFill>
                  <a:srgbClr val="000000"/>
                </a:solidFill>
                <a:latin typeface="Cambria" panose="02040503050406030204" pitchFamily="18" charset="0"/>
              </a:rPr>
              <a:t>action if true </a:t>
            </a:r>
            <a:r>
              <a:rPr lang="en-US" altLang="en-US" sz="2000" dirty="0">
                <a:solidFill>
                  <a:srgbClr val="0000FF"/>
                </a:solidFill>
                <a:latin typeface="Consolas" panose="020B0609020204030204" pitchFamily="49" charset="0"/>
              </a:rPr>
              <a:t>: </a:t>
            </a:r>
            <a:r>
              <a:rPr lang="en-US" altLang="en-US" sz="2000" dirty="0">
                <a:solidFill>
                  <a:srgbClr val="000000"/>
                </a:solidFill>
                <a:latin typeface="Cambria" panose="02040503050406030204" pitchFamily="18" charset="0"/>
              </a:rPr>
              <a:t>action if false )</a:t>
            </a:r>
          </a:p>
          <a:p>
            <a:pPr lvl="1" eaLnBrk="1" hangingPunct="1">
              <a:lnSpc>
                <a:spcPct val="90000"/>
              </a:lnSpc>
            </a:pPr>
            <a:endParaRPr lang="en-US" altLang="en-US" dirty="0">
              <a:solidFill>
                <a:srgbClr val="000000"/>
              </a:solidFill>
              <a:latin typeface="Cambria" panose="02040503050406030204" pitchFamily="18" charset="0"/>
            </a:endParaRPr>
          </a:p>
          <a:p>
            <a:pPr eaLnBrk="1" hangingPunct="1">
              <a:lnSpc>
                <a:spcPct val="90000"/>
              </a:lnSpc>
            </a:pPr>
            <a:r>
              <a:rPr lang="en-US" altLang="en-US" dirty="0">
                <a:solidFill>
                  <a:srgbClr val="000000"/>
                </a:solidFill>
                <a:latin typeface="Cambria" panose="02040503050406030204" pitchFamily="18" charset="0"/>
              </a:rPr>
              <a:t>It is just shorthand for:</a:t>
            </a:r>
          </a:p>
          <a:p>
            <a:pPr marL="392113" lvl="1" indent="0" eaLnBrk="1" hangingPunct="1">
              <a:lnSpc>
                <a:spcPct val="90000"/>
              </a:lnSpc>
              <a:buNone/>
            </a:pPr>
            <a:r>
              <a:rPr lang="en-US" altLang="en-US" sz="2000" dirty="0">
                <a:solidFill>
                  <a:srgbClr val="0000FF"/>
                </a:solidFill>
                <a:latin typeface="Consolas" panose="020B0609020204030204" pitchFamily="49" charset="0"/>
              </a:rPr>
              <a:t>  if(</a:t>
            </a:r>
            <a:r>
              <a:rPr lang="en-US" altLang="en-US" sz="2000" dirty="0">
                <a:solidFill>
                  <a:srgbClr val="000000"/>
                </a:solidFill>
                <a:latin typeface="Cambria" panose="02040503050406030204" pitchFamily="18" charset="0"/>
              </a:rPr>
              <a:t>condition</a:t>
            </a:r>
            <a:r>
              <a:rPr lang="en-US" altLang="en-US" sz="2000" dirty="0">
                <a:solidFill>
                  <a:srgbClr val="0000FF"/>
                </a:solidFill>
                <a:latin typeface="Consolas" panose="020B0609020204030204" pitchFamily="49" charset="0"/>
              </a:rPr>
              <a:t>)</a:t>
            </a:r>
          </a:p>
          <a:p>
            <a:pPr marL="630238" lvl="2" indent="0" eaLnBrk="1" hangingPunct="1">
              <a:lnSpc>
                <a:spcPct val="90000"/>
              </a:lnSpc>
              <a:buNone/>
            </a:pPr>
            <a:r>
              <a:rPr lang="en-US" altLang="en-US" sz="2000" dirty="0">
                <a:solidFill>
                  <a:srgbClr val="0000FF"/>
                </a:solidFill>
                <a:latin typeface="Consolas" panose="020B0609020204030204" pitchFamily="49" charset="0"/>
              </a:rPr>
              <a:t>	</a:t>
            </a:r>
            <a:r>
              <a:rPr lang="en-US" altLang="en-US" sz="2000" dirty="0">
                <a:latin typeface="Cambria" panose="02040503050406030204" pitchFamily="18" charset="0"/>
              </a:rPr>
              <a:t>action;</a:t>
            </a:r>
          </a:p>
          <a:p>
            <a:pPr marL="630238" lvl="2" indent="0" eaLnBrk="1" hangingPunct="1">
              <a:lnSpc>
                <a:spcPct val="90000"/>
              </a:lnSpc>
              <a:buNone/>
            </a:pPr>
            <a:r>
              <a:rPr lang="en-US" altLang="en-US" sz="2000" dirty="0">
                <a:solidFill>
                  <a:srgbClr val="0000FF"/>
                </a:solidFill>
                <a:latin typeface="Consolas" panose="020B0609020204030204" pitchFamily="49" charset="0"/>
              </a:rPr>
              <a:t>else</a:t>
            </a:r>
          </a:p>
          <a:p>
            <a:pPr marL="630238" lvl="2" indent="0" eaLnBrk="1" hangingPunct="1">
              <a:lnSpc>
                <a:spcPct val="90000"/>
              </a:lnSpc>
              <a:buNone/>
            </a:pPr>
            <a:r>
              <a:rPr lang="en-US" altLang="en-US" sz="2000" dirty="0">
                <a:solidFill>
                  <a:srgbClr val="0000FF"/>
                </a:solidFill>
                <a:latin typeface="Consolas" panose="020B0609020204030204" pitchFamily="49" charset="0"/>
              </a:rPr>
              <a:t>	</a:t>
            </a:r>
            <a:r>
              <a:rPr lang="en-US" altLang="en-US" sz="2000" dirty="0">
                <a:latin typeface="Cambria" panose="02040503050406030204" pitchFamily="18" charset="0"/>
              </a:rPr>
              <a:t>action</a:t>
            </a:r>
            <a:r>
              <a:rPr lang="en-US" altLang="en-US" sz="2000" dirty="0" smtClean="0">
                <a:latin typeface="Cambria" panose="02040503050406030204" pitchFamily="18" charset="0"/>
              </a:rPr>
              <a:t>;</a:t>
            </a:r>
          </a:p>
          <a:p>
            <a:pPr marL="630238" lvl="2" indent="0" eaLnBrk="1" hangingPunct="1">
              <a:lnSpc>
                <a:spcPct val="90000"/>
              </a:lnSpc>
              <a:buNone/>
            </a:pPr>
            <a:endParaRPr lang="en-US" altLang="en-US" sz="2000" dirty="0">
              <a:latin typeface="Cambria" panose="02040503050406030204" pitchFamily="18" charset="0"/>
            </a:endParaRPr>
          </a:p>
          <a:p>
            <a:pPr marL="630238" lvl="2" indent="0" eaLnBrk="1" hangingPunct="1">
              <a:lnSpc>
                <a:spcPct val="90000"/>
              </a:lnSpc>
              <a:buNone/>
            </a:pPr>
            <a:r>
              <a:rPr lang="en-GB" sz="2000" dirty="0" err="1"/>
              <a:t>cout</a:t>
            </a:r>
            <a:r>
              <a:rPr lang="en-GB" sz="2000" dirty="0"/>
              <a:t> &lt;&lt; (</a:t>
            </a:r>
            <a:r>
              <a:rPr lang="en-GB" sz="2000" dirty="0" err="1"/>
              <a:t>studentGrade</a:t>
            </a:r>
            <a:r>
              <a:rPr lang="en-GB" sz="2000" dirty="0"/>
              <a:t> &gt;= 60 ? "Passed" : "Failed</a:t>
            </a:r>
            <a:r>
              <a:rPr lang="en-GB" sz="2000" dirty="0" smtClean="0"/>
              <a:t>");</a:t>
            </a:r>
          </a:p>
          <a:p>
            <a:pPr marL="630238" lvl="2" indent="0" eaLnBrk="1" hangingPunct="1">
              <a:lnSpc>
                <a:spcPct val="90000"/>
              </a:lnSpc>
              <a:buNone/>
            </a:pPr>
            <a:r>
              <a:rPr lang="en-GB" sz="2000" dirty="0"/>
              <a:t>grade &gt;= 60 ? </a:t>
            </a:r>
            <a:r>
              <a:rPr lang="en-GB" sz="2000" dirty="0" err="1"/>
              <a:t>cout</a:t>
            </a:r>
            <a:r>
              <a:rPr lang="en-GB" sz="2000" dirty="0"/>
              <a:t> &lt;&lt; "Passed" : </a:t>
            </a:r>
            <a:r>
              <a:rPr lang="en-GB" sz="2000" dirty="0" err="1"/>
              <a:t>cout</a:t>
            </a:r>
            <a:r>
              <a:rPr lang="en-GB" sz="2000" dirty="0"/>
              <a:t> &lt;&lt; "Failed";  </a:t>
            </a:r>
            <a:endParaRPr lang="en-US" altLang="en-US" sz="2000" dirty="0">
              <a:latin typeface="Cambria" panose="02040503050406030204" pitchFamily="18" charset="0"/>
            </a:endParaRPr>
          </a:p>
        </p:txBody>
      </p:sp>
      <p:sp>
        <p:nvSpPr>
          <p:cNvPr id="45060"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55"/>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402556"/>
            <a:ext cx="9144000" cy="4052888"/>
          </a:xfrm>
          <a:prstGeom prst="rect">
            <a:avLst/>
          </a:prstGeom>
          <a:noFill/>
          <a:ln>
            <a:noFill/>
          </a:ln>
        </p:spPr>
      </p:pic>
    </p:spTree>
    <p:extLst>
      <p:ext uri="{BB962C8B-B14F-4D97-AF65-F5344CB8AC3E}">
        <p14:creationId xmlns:p14="http://schemas.microsoft.com/office/powerpoint/2010/main" val="26978309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56"/>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144191"/>
            <a:ext cx="9144000" cy="4568428"/>
          </a:xfrm>
          <a:prstGeom prst="rect">
            <a:avLst/>
          </a:prstGeom>
          <a:noFill/>
          <a:ln>
            <a:noFill/>
          </a:ln>
        </p:spPr>
      </p:pic>
    </p:spTree>
    <p:extLst>
      <p:ext uri="{BB962C8B-B14F-4D97-AF65-F5344CB8AC3E}">
        <p14:creationId xmlns:p14="http://schemas.microsoft.com/office/powerpoint/2010/main" val="29938758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Number Placeholder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DB240F2D-EE0A-4A20-89A9-B8A965FC0BD5}" type="slidenum">
              <a:rPr lang="en-US" altLang="en-US" sz="1400"/>
              <a:pPr>
                <a:spcBef>
                  <a:spcPct val="0"/>
                </a:spcBef>
                <a:buClrTx/>
                <a:buSzTx/>
                <a:buFontTx/>
                <a:buNone/>
              </a:pPr>
              <a:t>35</a:t>
            </a:fld>
            <a:endParaRPr lang="en-US" altLang="en-US" sz="1400"/>
          </a:p>
        </p:txBody>
      </p:sp>
      <p:sp>
        <p:nvSpPr>
          <p:cNvPr id="4099" name="Rectangle 2"/>
          <p:cNvSpPr>
            <a:spLocks noGrp="1" noChangeArrowheads="1"/>
          </p:cNvSpPr>
          <p:nvPr>
            <p:ph type="title"/>
          </p:nvPr>
        </p:nvSpPr>
        <p:spPr>
          <a:xfrm>
            <a:off x="152400" y="228600"/>
            <a:ext cx="8763000" cy="1066800"/>
          </a:xfrm>
        </p:spPr>
        <p:txBody>
          <a:bodyPr/>
          <a:lstStyle/>
          <a:p>
            <a:r>
              <a:rPr lang="en-US" altLang="en-US" dirty="0" smtClean="0"/>
              <a:t>Looping - Motivations</a:t>
            </a:r>
            <a:endParaRPr lang="en-US" altLang="en-US" dirty="0" smtClean="0"/>
          </a:p>
        </p:txBody>
      </p:sp>
      <p:sp>
        <p:nvSpPr>
          <p:cNvPr id="4100" name="Rectangle 3"/>
          <p:cNvSpPr>
            <a:spLocks noGrp="1" noChangeArrowheads="1"/>
          </p:cNvSpPr>
          <p:nvPr>
            <p:ph type="body" idx="1"/>
          </p:nvPr>
        </p:nvSpPr>
        <p:spPr>
          <a:xfrm>
            <a:off x="231775" y="1371600"/>
            <a:ext cx="8683625" cy="4114800"/>
          </a:xfrm>
        </p:spPr>
        <p:txBody>
          <a:bodyPr/>
          <a:lstStyle/>
          <a:p>
            <a:pPr marL="0" indent="0">
              <a:lnSpc>
                <a:spcPct val="90000"/>
              </a:lnSpc>
              <a:buFont typeface="Monotype Sorts"/>
              <a:buNone/>
            </a:pPr>
            <a:r>
              <a:rPr lang="en-US" altLang="en-US" dirty="0" smtClean="0"/>
              <a:t>Suppose that you need to print a string (e.g., "Welcome to </a:t>
            </a:r>
            <a:r>
              <a:rPr lang="en-US" altLang="en-US" dirty="0" smtClean="0"/>
              <a:t>C++!") </a:t>
            </a:r>
            <a:r>
              <a:rPr lang="en-US" altLang="en-US" dirty="0" smtClean="0"/>
              <a:t>a hundred times. It would be tedious to have to write the following statement a hundred times:</a:t>
            </a:r>
          </a:p>
          <a:p>
            <a:pPr marL="0" indent="0">
              <a:lnSpc>
                <a:spcPct val="90000"/>
              </a:lnSpc>
              <a:buFont typeface="Monotype Sorts"/>
              <a:buNone/>
            </a:pPr>
            <a:endParaRPr lang="en-US" altLang="en-US" u="sng" dirty="0" smtClean="0"/>
          </a:p>
          <a:p>
            <a:pPr marL="0" indent="0">
              <a:lnSpc>
                <a:spcPct val="90000"/>
              </a:lnSpc>
              <a:buFont typeface="Monotype Sorts"/>
              <a:buNone/>
            </a:pPr>
            <a:r>
              <a:rPr lang="en-US" altLang="en-US" dirty="0" err="1" smtClean="0"/>
              <a:t>cout</a:t>
            </a:r>
            <a:r>
              <a:rPr lang="en-US" altLang="en-US" dirty="0" smtClean="0"/>
              <a:t> &lt;&lt; "</a:t>
            </a:r>
            <a:r>
              <a:rPr lang="en-US" altLang="en-US" dirty="0" smtClean="0"/>
              <a:t>Welcome to </a:t>
            </a:r>
            <a:r>
              <a:rPr lang="en-US" altLang="en-US" dirty="0" smtClean="0"/>
              <a:t>C++!";</a:t>
            </a:r>
            <a:endParaRPr lang="en-US" altLang="en-US" dirty="0" smtClean="0"/>
          </a:p>
          <a:p>
            <a:pPr marL="0" indent="0">
              <a:lnSpc>
                <a:spcPct val="90000"/>
              </a:lnSpc>
              <a:buFont typeface="Monotype Sorts"/>
              <a:buNone/>
            </a:pPr>
            <a:endParaRPr lang="en-US" altLang="en-US" dirty="0" smtClean="0"/>
          </a:p>
          <a:p>
            <a:pPr marL="0" indent="0">
              <a:lnSpc>
                <a:spcPct val="90000"/>
              </a:lnSpc>
              <a:buFont typeface="Monotype Sorts"/>
              <a:buNone/>
            </a:pPr>
            <a:r>
              <a:rPr lang="en-US" altLang="en-US" dirty="0" smtClean="0"/>
              <a:t>So, how do you solve this problem?</a:t>
            </a:r>
          </a:p>
        </p:txBody>
      </p:sp>
    </p:spTree>
    <p:extLst>
      <p:ext uri="{BB962C8B-B14F-4D97-AF65-F5344CB8AC3E}">
        <p14:creationId xmlns:p14="http://schemas.microsoft.com/office/powerpoint/2010/main" val="672534136"/>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3C2D8517-8122-4013-B2B7-5A9B53CE6406}" type="slidenum">
              <a:rPr lang="en-US" altLang="en-US" sz="1400"/>
              <a:pPr>
                <a:spcBef>
                  <a:spcPct val="0"/>
                </a:spcBef>
                <a:buClrTx/>
                <a:buSzTx/>
                <a:buFontTx/>
                <a:buNone/>
              </a:pPr>
              <a:t>36</a:t>
            </a:fld>
            <a:endParaRPr lang="en-US" altLang="en-US" sz="1400"/>
          </a:p>
        </p:txBody>
      </p:sp>
      <p:sp>
        <p:nvSpPr>
          <p:cNvPr id="7171" name="Rectangle 2"/>
          <p:cNvSpPr>
            <a:spLocks noGrp="1" noChangeArrowheads="1"/>
          </p:cNvSpPr>
          <p:nvPr>
            <p:ph type="title"/>
          </p:nvPr>
        </p:nvSpPr>
        <p:spPr>
          <a:xfrm>
            <a:off x="539750" y="228600"/>
            <a:ext cx="8142288" cy="665163"/>
          </a:xfrm>
        </p:spPr>
        <p:txBody>
          <a:bodyPr>
            <a:normAutofit fontScale="90000"/>
          </a:bodyPr>
          <a:lstStyle/>
          <a:p>
            <a:r>
              <a:rPr lang="en-US" altLang="en-US" sz="4000" smtClean="0"/>
              <a:t>Introducing while Loops</a:t>
            </a:r>
          </a:p>
        </p:txBody>
      </p:sp>
      <p:sp>
        <p:nvSpPr>
          <p:cNvPr id="7172" name="Rectangle 3"/>
          <p:cNvSpPr>
            <a:spLocks noChangeArrowheads="1"/>
          </p:cNvSpPr>
          <p:nvPr/>
        </p:nvSpPr>
        <p:spPr bwMode="auto">
          <a:xfrm>
            <a:off x="0" y="23701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7173" name="Rectangle 4"/>
          <p:cNvSpPr>
            <a:spLocks noChangeArrowheads="1"/>
          </p:cNvSpPr>
          <p:nvPr/>
        </p:nvSpPr>
        <p:spPr bwMode="auto">
          <a:xfrm>
            <a:off x="0" y="44878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7174" name="Rectangle 5"/>
          <p:cNvSpPr>
            <a:spLocks noChangeArrowheads="1"/>
          </p:cNvSpPr>
          <p:nvPr/>
        </p:nvSpPr>
        <p:spPr bwMode="auto">
          <a:xfrm>
            <a:off x="0" y="21828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7175" name="Text Box 6"/>
          <p:cNvSpPr txBox="1">
            <a:spLocks noChangeArrowheads="1"/>
          </p:cNvSpPr>
          <p:nvPr/>
        </p:nvSpPr>
        <p:spPr bwMode="auto">
          <a:xfrm>
            <a:off x="347663" y="1085850"/>
            <a:ext cx="8564562" cy="1938338"/>
          </a:xfrm>
          <a:prstGeom prst="rect">
            <a:avLst/>
          </a:prstGeom>
          <a:noFill/>
          <a:ln>
            <a:noFill/>
          </a:ln>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r>
              <a:rPr lang="en-US" b="1" dirty="0" err="1" smtClean="0">
                <a:solidFill>
                  <a:schemeClr val="accent4"/>
                </a:solidFill>
                <a:latin typeface="Courier New" pitchFamily="49" charset="0"/>
                <a:cs typeface="+mn-cs"/>
              </a:rPr>
              <a:t>int</a:t>
            </a:r>
            <a:r>
              <a:rPr lang="en-US" b="1" dirty="0" smtClean="0">
                <a:solidFill>
                  <a:schemeClr val="accent4"/>
                </a:solidFill>
                <a:latin typeface="Courier New" pitchFamily="49" charset="0"/>
                <a:cs typeface="+mn-cs"/>
              </a:rPr>
              <a:t> count = 0;</a:t>
            </a:r>
          </a:p>
          <a:p>
            <a:pPr>
              <a:defRPr/>
            </a:pPr>
            <a:r>
              <a:rPr lang="en-US" b="1" dirty="0" smtClean="0">
                <a:solidFill>
                  <a:schemeClr val="accent4"/>
                </a:solidFill>
                <a:latin typeface="Courier New" pitchFamily="49" charset="0"/>
                <a:cs typeface="+mn-cs"/>
              </a:rPr>
              <a:t>while (count &lt; 100) {</a:t>
            </a:r>
          </a:p>
          <a:p>
            <a:pPr>
              <a:defRPr/>
            </a:pPr>
            <a:r>
              <a:rPr lang="en-US" b="1" dirty="0" smtClean="0">
                <a:solidFill>
                  <a:schemeClr val="accent4"/>
                </a:solidFill>
                <a:latin typeface="Courier New" pitchFamily="49" charset="0"/>
                <a:cs typeface="+mn-cs"/>
              </a:rPr>
              <a:t>  </a:t>
            </a:r>
            <a:r>
              <a:rPr lang="en-US" b="1" dirty="0" err="1" smtClean="0">
                <a:solidFill>
                  <a:schemeClr val="accent4"/>
                </a:solidFill>
                <a:latin typeface="Courier New" pitchFamily="49" charset="0"/>
                <a:cs typeface="+mn-cs"/>
              </a:rPr>
              <a:t>cout</a:t>
            </a:r>
            <a:r>
              <a:rPr lang="en-US" b="1" dirty="0" smtClean="0">
                <a:solidFill>
                  <a:schemeClr val="accent4"/>
                </a:solidFill>
                <a:latin typeface="Courier New" pitchFamily="49" charset="0"/>
                <a:cs typeface="+mn-cs"/>
              </a:rPr>
              <a:t> &lt;&lt; "</a:t>
            </a:r>
            <a:r>
              <a:rPr lang="en-US" b="1" dirty="0" smtClean="0">
                <a:solidFill>
                  <a:schemeClr val="accent4"/>
                </a:solidFill>
                <a:latin typeface="Courier New" pitchFamily="49" charset="0"/>
                <a:cs typeface="+mn-cs"/>
              </a:rPr>
              <a:t>Welcome to </a:t>
            </a:r>
            <a:r>
              <a:rPr lang="en-US" b="1" dirty="0" smtClean="0">
                <a:solidFill>
                  <a:schemeClr val="accent4"/>
                </a:solidFill>
                <a:latin typeface="Courier New" pitchFamily="49" charset="0"/>
                <a:cs typeface="+mn-cs"/>
              </a:rPr>
              <a:t>C++";</a:t>
            </a:r>
            <a:endParaRPr lang="en-US" b="1" dirty="0" smtClean="0">
              <a:solidFill>
                <a:schemeClr val="accent4"/>
              </a:solidFill>
              <a:latin typeface="Courier New" pitchFamily="49" charset="0"/>
              <a:cs typeface="+mn-cs"/>
            </a:endParaRPr>
          </a:p>
          <a:p>
            <a:pPr>
              <a:defRPr/>
            </a:pPr>
            <a:r>
              <a:rPr lang="en-US" b="1" dirty="0" smtClean="0">
                <a:solidFill>
                  <a:schemeClr val="accent4"/>
                </a:solidFill>
                <a:latin typeface="Courier New" pitchFamily="49" charset="0"/>
                <a:cs typeface="+mn-cs"/>
              </a:rPr>
              <a:t>  count++;</a:t>
            </a:r>
          </a:p>
          <a:p>
            <a:pPr>
              <a:defRPr/>
            </a:pPr>
            <a:r>
              <a:rPr lang="en-US" b="1" dirty="0" smtClean="0">
                <a:solidFill>
                  <a:schemeClr val="accent4"/>
                </a:solidFill>
                <a:latin typeface="Courier New" pitchFamily="49" charset="0"/>
                <a:cs typeface="+mn-cs"/>
              </a:rPr>
              <a:t>}</a:t>
            </a:r>
          </a:p>
        </p:txBody>
      </p:sp>
    </p:spTree>
    <p:extLst>
      <p:ext uri="{BB962C8B-B14F-4D97-AF65-F5344CB8AC3E}">
        <p14:creationId xmlns:p14="http://schemas.microsoft.com/office/powerpoint/2010/main" val="1923273476"/>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9B5E01E7-C4A3-46F8-AA82-60BF7713E47F}" type="slidenum">
              <a:rPr lang="en-US" altLang="en-US" sz="1400"/>
              <a:pPr>
                <a:spcBef>
                  <a:spcPct val="0"/>
                </a:spcBef>
                <a:buClrTx/>
                <a:buSzTx/>
                <a:buFontTx/>
                <a:buNone/>
              </a:pPr>
              <a:t>37</a:t>
            </a:fld>
            <a:endParaRPr lang="en-US" altLang="en-US" sz="1400"/>
          </a:p>
        </p:txBody>
      </p:sp>
      <p:sp>
        <p:nvSpPr>
          <p:cNvPr id="9219" name="Rectangle 2"/>
          <p:cNvSpPr>
            <a:spLocks noGrp="1" noChangeArrowheads="1"/>
          </p:cNvSpPr>
          <p:nvPr>
            <p:ph type="title"/>
          </p:nvPr>
        </p:nvSpPr>
        <p:spPr>
          <a:xfrm>
            <a:off x="685800" y="0"/>
            <a:ext cx="7772400" cy="1428750"/>
          </a:xfrm>
        </p:spPr>
        <p:txBody>
          <a:bodyPr/>
          <a:lstStyle/>
          <a:p>
            <a:r>
              <a:rPr lang="en-US" altLang="en-US" sz="4200" smtClean="0">
                <a:latin typeface="Courier New" panose="02070309020205020404" pitchFamily="49" charset="0"/>
              </a:rPr>
              <a:t>while</a:t>
            </a:r>
            <a:r>
              <a:rPr lang="en-US" altLang="en-US" smtClean="0"/>
              <a:t> Loop Flow Chart</a:t>
            </a:r>
          </a:p>
        </p:txBody>
      </p:sp>
      <p:sp>
        <p:nvSpPr>
          <p:cNvPr id="9220" name="Rectangle 9"/>
          <p:cNvSpPr>
            <a:spLocks noChangeArrowheads="1"/>
          </p:cNvSpPr>
          <p:nvPr/>
        </p:nvSpPr>
        <p:spPr bwMode="auto">
          <a:xfrm>
            <a:off x="228600" y="1447800"/>
            <a:ext cx="4191000" cy="164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spcBef>
                <a:spcPct val="50000"/>
              </a:spcBef>
              <a:buFont typeface="Monotype Sorts"/>
              <a:buNone/>
            </a:pPr>
            <a:r>
              <a:rPr lang="en-US" altLang="en-US" sz="2000"/>
              <a:t>while (loop-continuation-condition) {</a:t>
            </a:r>
          </a:p>
          <a:p>
            <a:pPr>
              <a:lnSpc>
                <a:spcPct val="90000"/>
              </a:lnSpc>
              <a:spcBef>
                <a:spcPct val="50000"/>
              </a:spcBef>
              <a:buFont typeface="Monotype Sorts"/>
              <a:buNone/>
            </a:pPr>
            <a:r>
              <a:rPr lang="en-US" altLang="en-US" sz="2000"/>
              <a:t>  // loop-body;</a:t>
            </a:r>
          </a:p>
          <a:p>
            <a:pPr>
              <a:lnSpc>
                <a:spcPct val="90000"/>
              </a:lnSpc>
              <a:spcBef>
                <a:spcPct val="50000"/>
              </a:spcBef>
              <a:buFont typeface="Monotype Sorts"/>
              <a:buNone/>
            </a:pPr>
            <a:r>
              <a:rPr lang="en-US" altLang="en-US" sz="2000"/>
              <a:t>  Statement(s);</a:t>
            </a:r>
          </a:p>
          <a:p>
            <a:pPr>
              <a:lnSpc>
                <a:spcPct val="90000"/>
              </a:lnSpc>
              <a:spcBef>
                <a:spcPct val="50000"/>
              </a:spcBef>
              <a:buFont typeface="Monotype Sorts"/>
              <a:buNone/>
            </a:pPr>
            <a:r>
              <a:rPr lang="en-US" altLang="en-US" sz="2000"/>
              <a:t>}</a:t>
            </a:r>
          </a:p>
        </p:txBody>
      </p:sp>
      <p:sp>
        <p:nvSpPr>
          <p:cNvPr id="9221" name="Rectangle 11"/>
          <p:cNvSpPr>
            <a:spLocks noChangeArrowheads="1"/>
          </p:cNvSpPr>
          <p:nvPr/>
        </p:nvSpPr>
        <p:spPr bwMode="auto">
          <a:xfrm>
            <a:off x="1824038" y="2166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9222" name="Rectangle 12"/>
          <p:cNvSpPr>
            <a:spLocks noChangeArrowheads="1"/>
          </p:cNvSpPr>
          <p:nvPr/>
        </p:nvSpPr>
        <p:spPr bwMode="auto">
          <a:xfrm>
            <a:off x="4876800" y="1295400"/>
            <a:ext cx="4419600" cy="188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spcBef>
                <a:spcPct val="50000"/>
              </a:spcBef>
              <a:buFont typeface="Monotype Sorts"/>
              <a:buNone/>
            </a:pPr>
            <a:r>
              <a:rPr lang="en-US" altLang="en-US" sz="1800" dirty="0" err="1">
                <a:cs typeface="Courier New" panose="02070309020205020404" pitchFamily="49" charset="0"/>
              </a:rPr>
              <a:t>int</a:t>
            </a:r>
            <a:r>
              <a:rPr lang="en-US" altLang="en-US" sz="1800" dirty="0">
                <a:cs typeface="Courier New" panose="02070309020205020404" pitchFamily="49" charset="0"/>
              </a:rPr>
              <a:t> count = 0;</a:t>
            </a:r>
            <a:endParaRPr lang="en-US" altLang="en-US" sz="1800" dirty="0">
              <a:cs typeface="Times New Roman" panose="02020603050405020304" pitchFamily="18" charset="0"/>
            </a:endParaRPr>
          </a:p>
          <a:p>
            <a:pPr>
              <a:lnSpc>
                <a:spcPct val="90000"/>
              </a:lnSpc>
              <a:spcBef>
                <a:spcPct val="50000"/>
              </a:spcBef>
              <a:buFont typeface="Monotype Sorts"/>
              <a:buNone/>
            </a:pPr>
            <a:r>
              <a:rPr lang="en-US" altLang="en-US" sz="1800" dirty="0">
                <a:cs typeface="Courier New" panose="02070309020205020404" pitchFamily="49" charset="0"/>
              </a:rPr>
              <a:t>while (count &lt; 100) {</a:t>
            </a:r>
            <a:endParaRPr lang="en-US" altLang="en-US" sz="1800" dirty="0">
              <a:cs typeface="Times New Roman" panose="02020603050405020304" pitchFamily="18" charset="0"/>
            </a:endParaRPr>
          </a:p>
          <a:p>
            <a:pPr>
              <a:lnSpc>
                <a:spcPct val="90000"/>
              </a:lnSpc>
              <a:spcBef>
                <a:spcPct val="50000"/>
              </a:spcBef>
              <a:buFont typeface="Monotype Sorts"/>
              <a:buNone/>
            </a:pPr>
            <a:r>
              <a:rPr lang="en-US" altLang="en-US" sz="1800" dirty="0">
                <a:cs typeface="Courier New" panose="02070309020205020404" pitchFamily="49" charset="0"/>
              </a:rPr>
              <a:t>  </a:t>
            </a:r>
            <a:r>
              <a:rPr lang="en-US" altLang="en-US" sz="1800" dirty="0" err="1" smtClean="0">
                <a:cs typeface="Courier New" panose="02070309020205020404" pitchFamily="49" charset="0"/>
              </a:rPr>
              <a:t>cout</a:t>
            </a:r>
            <a:r>
              <a:rPr lang="en-US" altLang="en-US" sz="1800" dirty="0" smtClean="0">
                <a:cs typeface="Courier New" panose="02070309020205020404" pitchFamily="49" charset="0"/>
              </a:rPr>
              <a:t> &lt;&lt;  "</a:t>
            </a:r>
            <a:r>
              <a:rPr lang="en-US" altLang="en-US" sz="1800" dirty="0">
                <a:cs typeface="Courier New" panose="02070309020205020404" pitchFamily="49" charset="0"/>
              </a:rPr>
              <a:t>Welcome to </a:t>
            </a:r>
            <a:r>
              <a:rPr lang="en-US" altLang="en-US" sz="1800" dirty="0" smtClean="0">
                <a:cs typeface="Courier New" panose="02070309020205020404" pitchFamily="49" charset="0"/>
              </a:rPr>
              <a:t>C++!";</a:t>
            </a:r>
            <a:endParaRPr lang="en-US" altLang="en-US" sz="1800" dirty="0">
              <a:cs typeface="Times New Roman" panose="02020603050405020304" pitchFamily="18" charset="0"/>
            </a:endParaRPr>
          </a:p>
          <a:p>
            <a:pPr>
              <a:lnSpc>
                <a:spcPct val="90000"/>
              </a:lnSpc>
              <a:spcBef>
                <a:spcPct val="50000"/>
              </a:spcBef>
              <a:buFont typeface="Monotype Sorts"/>
              <a:buNone/>
            </a:pPr>
            <a:r>
              <a:rPr lang="en-US" altLang="en-US" sz="1800" dirty="0">
                <a:cs typeface="Courier New" panose="02070309020205020404" pitchFamily="49" charset="0"/>
              </a:rPr>
              <a:t>  count++;</a:t>
            </a:r>
            <a:endParaRPr lang="en-US" altLang="en-US" sz="1800" dirty="0">
              <a:cs typeface="Times New Roman" panose="02020603050405020304" pitchFamily="18" charset="0"/>
            </a:endParaRPr>
          </a:p>
          <a:p>
            <a:pPr>
              <a:lnSpc>
                <a:spcPct val="90000"/>
              </a:lnSpc>
              <a:spcBef>
                <a:spcPct val="50000"/>
              </a:spcBef>
              <a:buFont typeface="Monotype Sorts"/>
              <a:buNone/>
            </a:pPr>
            <a:r>
              <a:rPr lang="en-US" altLang="en-US" sz="1800" dirty="0">
                <a:cs typeface="Courier New" panose="02070309020205020404" pitchFamily="49" charset="0"/>
              </a:rPr>
              <a:t>}</a:t>
            </a:r>
          </a:p>
        </p:txBody>
      </p:sp>
      <p:sp>
        <p:nvSpPr>
          <p:cNvPr id="9223" name="Rectangle 16"/>
          <p:cNvSpPr>
            <a:spLocks noChangeArrowheads="1"/>
          </p:cNvSpPr>
          <p:nvPr/>
        </p:nvSpPr>
        <p:spPr bwMode="auto">
          <a:xfrm>
            <a:off x="1824038" y="2166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pic>
        <p:nvPicPr>
          <p:cNvPr id="9224" name="Pictur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2338" y="3084513"/>
            <a:ext cx="2879725" cy="310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sp>
        <p:nvSpPr>
          <p:cNvPr id="9225" name="Line 13"/>
          <p:cNvSpPr>
            <a:spLocks noChangeShapeType="1"/>
          </p:cNvSpPr>
          <p:nvPr/>
        </p:nvSpPr>
        <p:spPr bwMode="auto">
          <a:xfrm>
            <a:off x="1981200" y="2514600"/>
            <a:ext cx="95250" cy="762000"/>
          </a:xfrm>
          <a:prstGeom prst="line">
            <a:avLst/>
          </a:prstGeom>
          <a:noFill/>
          <a:ln w="12700">
            <a:solidFill>
              <a:srgbClr val="FF0000"/>
            </a:solidFill>
            <a:round/>
            <a:headEnd type="none" w="sm" len="sm"/>
            <a:tailEnd type="stealth" w="sm" len="sm"/>
          </a:ln>
          <a:extLst>
            <a:ext uri="{909E8E84-426E-40DD-AFC4-6F175D3DCCD1}">
              <a14:hiddenFill xmlns:a14="http://schemas.microsoft.com/office/drawing/2010/main">
                <a:noFill/>
              </a14:hiddenFill>
            </a:ext>
          </a:extLst>
        </p:spPr>
        <p:txBody>
          <a:bodyPr/>
          <a:lstStyle/>
          <a:p>
            <a:endParaRPr lang="en-GB"/>
          </a:p>
        </p:txBody>
      </p:sp>
      <p:pic>
        <p:nvPicPr>
          <p:cNvPr id="9226" name="Picture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3084513"/>
            <a:ext cx="4411663" cy="3328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sp>
        <p:nvSpPr>
          <p:cNvPr id="9227" name="Line 14"/>
          <p:cNvSpPr>
            <a:spLocks noChangeShapeType="1"/>
          </p:cNvSpPr>
          <p:nvPr/>
        </p:nvSpPr>
        <p:spPr bwMode="auto">
          <a:xfrm flipH="1">
            <a:off x="6108700" y="2514600"/>
            <a:ext cx="520700" cy="663575"/>
          </a:xfrm>
          <a:prstGeom prst="line">
            <a:avLst/>
          </a:prstGeom>
          <a:noFill/>
          <a:ln w="12700">
            <a:solidFill>
              <a:srgbClr val="FF0000"/>
            </a:solidFill>
            <a:round/>
            <a:headEnd type="none" w="sm" len="sm"/>
            <a:tailEnd type="stealth" w="sm" len="sm"/>
          </a:ln>
          <a:extLst>
            <a:ext uri="{909E8E84-426E-40DD-AFC4-6F175D3DCCD1}">
              <a14:hiddenFill xmlns:a14="http://schemas.microsoft.com/office/drawing/2010/main">
                <a:noFill/>
              </a14:hiddenFill>
            </a:ext>
          </a:extLst>
        </p:spPr>
        <p:txBody>
          <a:bodyPr/>
          <a:lstStyle/>
          <a:p>
            <a:endParaRPr lang="en-GB"/>
          </a:p>
        </p:txBody>
      </p:sp>
    </p:spTree>
    <p:extLst>
      <p:ext uri="{BB962C8B-B14F-4D97-AF65-F5344CB8AC3E}">
        <p14:creationId xmlns:p14="http://schemas.microsoft.com/office/powerpoint/2010/main" val="1699880544"/>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5FFCA418-43A3-40AA-9D62-F76D0646BE4F}" type="slidenum">
              <a:rPr lang="en-US" altLang="en-US" sz="1400"/>
              <a:pPr>
                <a:spcBef>
                  <a:spcPct val="0"/>
                </a:spcBef>
                <a:buClrTx/>
                <a:buSzTx/>
                <a:buFontTx/>
                <a:buNone/>
              </a:pPr>
              <a:t>38</a:t>
            </a:fld>
            <a:endParaRPr lang="en-US" altLang="en-US" sz="1400"/>
          </a:p>
        </p:txBody>
      </p:sp>
      <p:sp>
        <p:nvSpPr>
          <p:cNvPr id="10243" name="Rectangle 2"/>
          <p:cNvSpPr>
            <a:spLocks noGrp="1" noChangeArrowheads="1"/>
          </p:cNvSpPr>
          <p:nvPr>
            <p:ph type="title"/>
          </p:nvPr>
        </p:nvSpPr>
        <p:spPr>
          <a:xfrm>
            <a:off x="685800" y="228600"/>
            <a:ext cx="7772400" cy="762000"/>
          </a:xfrm>
        </p:spPr>
        <p:txBody>
          <a:bodyPr/>
          <a:lstStyle/>
          <a:p>
            <a:r>
              <a:rPr lang="en-US" altLang="en-US" smtClean="0"/>
              <a:t>Trace while Loop</a:t>
            </a:r>
          </a:p>
        </p:txBody>
      </p:sp>
      <p:sp>
        <p:nvSpPr>
          <p:cNvPr id="10244" name="Rectangle 4"/>
          <p:cNvSpPr>
            <a:spLocks noChangeArrowheads="1"/>
          </p:cNvSpPr>
          <p:nvPr/>
        </p:nvSpPr>
        <p:spPr bwMode="auto">
          <a:xfrm>
            <a:off x="1824038" y="2166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0245" name="Rectangle 5"/>
          <p:cNvSpPr>
            <a:spLocks noChangeArrowheads="1"/>
          </p:cNvSpPr>
          <p:nvPr/>
        </p:nvSpPr>
        <p:spPr bwMode="auto">
          <a:xfrm>
            <a:off x="228600" y="1447800"/>
            <a:ext cx="5334000" cy="2492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spcBef>
                <a:spcPct val="50000"/>
              </a:spcBef>
              <a:buFont typeface="Monotype Sorts"/>
              <a:buNone/>
            </a:pPr>
            <a:r>
              <a:rPr lang="en-US" altLang="en-US" sz="2400" dirty="0" err="1">
                <a:solidFill>
                  <a:srgbClr val="000000"/>
                </a:solidFill>
                <a:cs typeface="Courier New" panose="02070309020205020404" pitchFamily="49" charset="0"/>
              </a:rPr>
              <a:t>int</a:t>
            </a:r>
            <a:r>
              <a:rPr lang="en-US" altLang="en-US" sz="2400" dirty="0">
                <a:solidFill>
                  <a:srgbClr val="000000"/>
                </a:solidFill>
                <a:cs typeface="Courier New" panose="02070309020205020404" pitchFamily="49" charset="0"/>
              </a:rPr>
              <a:t> count = 0;</a:t>
            </a:r>
            <a:endParaRPr lang="en-US" altLang="en-US" sz="2400" dirty="0">
              <a:solidFill>
                <a:srgbClr val="000000"/>
              </a:solidFill>
              <a:cs typeface="Times New Roman" panose="02020603050405020304" pitchFamily="18" charset="0"/>
            </a:endParaRPr>
          </a:p>
          <a:p>
            <a:pPr>
              <a:lnSpc>
                <a:spcPct val="90000"/>
              </a:lnSpc>
              <a:spcBef>
                <a:spcPct val="50000"/>
              </a:spcBef>
              <a:buFont typeface="Monotype Sorts"/>
              <a:buNone/>
            </a:pPr>
            <a:r>
              <a:rPr lang="en-US" altLang="en-US" sz="2400" dirty="0">
                <a:solidFill>
                  <a:srgbClr val="000000"/>
                </a:solidFill>
                <a:cs typeface="Courier New" panose="02070309020205020404" pitchFamily="49" charset="0"/>
              </a:rPr>
              <a:t>while (count &lt; 2) {</a:t>
            </a:r>
            <a:endParaRPr lang="en-US" altLang="en-US" sz="2400" dirty="0">
              <a:solidFill>
                <a:srgbClr val="000000"/>
              </a:solidFill>
              <a:cs typeface="Times New Roman" panose="02020603050405020304" pitchFamily="18" charset="0"/>
            </a:endParaRPr>
          </a:p>
          <a:p>
            <a:pPr>
              <a:lnSpc>
                <a:spcPct val="90000"/>
              </a:lnSpc>
              <a:spcBef>
                <a:spcPct val="50000"/>
              </a:spcBef>
              <a:buFont typeface="Monotype Sorts"/>
              <a:buNone/>
            </a:pPr>
            <a:r>
              <a:rPr lang="en-US" altLang="en-US" sz="2400" dirty="0">
                <a:solidFill>
                  <a:srgbClr val="000000"/>
                </a:solidFill>
                <a:cs typeface="Courier New" panose="02070309020205020404" pitchFamily="49" charset="0"/>
              </a:rPr>
              <a:t>  </a:t>
            </a:r>
            <a:r>
              <a:rPr lang="en-US" altLang="en-US" sz="2400" dirty="0" err="1" smtClean="0">
                <a:solidFill>
                  <a:srgbClr val="000000"/>
                </a:solidFill>
                <a:cs typeface="Courier New" panose="02070309020205020404" pitchFamily="49" charset="0"/>
              </a:rPr>
              <a:t>cout</a:t>
            </a:r>
            <a:r>
              <a:rPr lang="en-US" altLang="en-US" sz="2400" dirty="0" smtClean="0">
                <a:solidFill>
                  <a:srgbClr val="000000"/>
                </a:solidFill>
                <a:cs typeface="Courier New" panose="02070309020205020404" pitchFamily="49" charset="0"/>
              </a:rPr>
              <a:t> &lt;&lt;  "</a:t>
            </a:r>
            <a:r>
              <a:rPr lang="en-US" altLang="en-US" sz="2400" dirty="0">
                <a:solidFill>
                  <a:srgbClr val="000000"/>
                </a:solidFill>
                <a:cs typeface="Courier New" panose="02070309020205020404" pitchFamily="49" charset="0"/>
              </a:rPr>
              <a:t>Welcome to </a:t>
            </a:r>
            <a:r>
              <a:rPr lang="en-US" altLang="en-US" sz="2400" dirty="0" smtClean="0">
                <a:solidFill>
                  <a:srgbClr val="000000"/>
                </a:solidFill>
                <a:cs typeface="Courier New" panose="02070309020205020404" pitchFamily="49" charset="0"/>
              </a:rPr>
              <a:t>C++!";</a:t>
            </a:r>
            <a:endParaRPr lang="en-US" altLang="en-US" sz="2400" dirty="0">
              <a:solidFill>
                <a:srgbClr val="000000"/>
              </a:solidFill>
              <a:cs typeface="Times New Roman" panose="02020603050405020304" pitchFamily="18" charset="0"/>
            </a:endParaRPr>
          </a:p>
          <a:p>
            <a:pPr>
              <a:lnSpc>
                <a:spcPct val="90000"/>
              </a:lnSpc>
              <a:spcBef>
                <a:spcPct val="50000"/>
              </a:spcBef>
              <a:buFont typeface="Monotype Sorts"/>
              <a:buNone/>
            </a:pPr>
            <a:r>
              <a:rPr lang="en-US" altLang="en-US" sz="2400" dirty="0">
                <a:solidFill>
                  <a:srgbClr val="000000"/>
                </a:solidFill>
                <a:cs typeface="Courier New" panose="02070309020205020404" pitchFamily="49" charset="0"/>
              </a:rPr>
              <a:t>  count++;</a:t>
            </a:r>
            <a:endParaRPr lang="en-US" altLang="en-US" sz="2400" dirty="0">
              <a:solidFill>
                <a:srgbClr val="000000"/>
              </a:solidFill>
              <a:cs typeface="Times New Roman" panose="02020603050405020304" pitchFamily="18" charset="0"/>
            </a:endParaRPr>
          </a:p>
          <a:p>
            <a:pPr>
              <a:lnSpc>
                <a:spcPct val="90000"/>
              </a:lnSpc>
              <a:spcBef>
                <a:spcPct val="50000"/>
              </a:spcBef>
              <a:buFont typeface="Monotype Sorts"/>
              <a:buNone/>
            </a:pPr>
            <a:r>
              <a:rPr lang="en-US" altLang="en-US" sz="2400" dirty="0">
                <a:solidFill>
                  <a:srgbClr val="000000"/>
                </a:solidFill>
                <a:cs typeface="Courier New" panose="02070309020205020404" pitchFamily="49" charset="0"/>
              </a:rPr>
              <a:t>}</a:t>
            </a:r>
          </a:p>
        </p:txBody>
      </p:sp>
      <p:sp>
        <p:nvSpPr>
          <p:cNvPr id="10246" name="Rectangle 8"/>
          <p:cNvSpPr>
            <a:spLocks noChangeArrowheads="1"/>
          </p:cNvSpPr>
          <p:nvPr/>
        </p:nvSpPr>
        <p:spPr bwMode="auto">
          <a:xfrm>
            <a:off x="1824038" y="2166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0247" name="Rectangle 10"/>
          <p:cNvSpPr>
            <a:spLocks noChangeArrowheads="1"/>
          </p:cNvSpPr>
          <p:nvPr/>
        </p:nvSpPr>
        <p:spPr bwMode="auto">
          <a:xfrm>
            <a:off x="304800" y="1470025"/>
            <a:ext cx="5105400" cy="384175"/>
          </a:xfrm>
          <a:prstGeom prst="rect">
            <a:avLst/>
          </a:prstGeom>
          <a:solidFill>
            <a:schemeClr val="accent1">
              <a:alpha val="45097"/>
            </a:schemeClr>
          </a:solidFill>
          <a:ln w="12700">
            <a:solidFill>
              <a:schemeClr val="tx1"/>
            </a:solidFill>
            <a:miter lim="800000"/>
            <a:headEnd type="none" w="sm" len="sm"/>
            <a:tailEnd type="none" w="sm" len="sm"/>
          </a:ln>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0248" name="AutoShape 11"/>
          <p:cNvSpPr>
            <a:spLocks noChangeArrowheads="1"/>
          </p:cNvSpPr>
          <p:nvPr/>
        </p:nvSpPr>
        <p:spPr bwMode="auto">
          <a:xfrm>
            <a:off x="5257800" y="1219200"/>
            <a:ext cx="3533775" cy="384175"/>
          </a:xfrm>
          <a:prstGeom prst="wedgeRoundRectCallout">
            <a:avLst>
              <a:gd name="adj1" fmla="val -114556"/>
              <a:gd name="adj2" fmla="val 71074"/>
              <a:gd name="adj3" fmla="val 16667"/>
            </a:avLst>
          </a:prstGeom>
          <a:solidFill>
            <a:schemeClr val="accent1"/>
          </a:solidFill>
          <a:ln w="12700">
            <a:solidFill>
              <a:schemeClr val="tx1"/>
            </a:solidFill>
            <a:miter lim="800000"/>
            <a:headEnd type="none" w="sm" len="sm"/>
            <a:tailEnd type="none" w="sm" len="sm"/>
          </a:ln>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t>Initialize count</a:t>
            </a:r>
          </a:p>
        </p:txBody>
      </p:sp>
      <p:sp>
        <p:nvSpPr>
          <p:cNvPr id="10249" name="Rectangle 12"/>
          <p:cNvSpPr>
            <a:spLocks noChangeArrowheads="1"/>
          </p:cNvSpPr>
          <p:nvPr/>
        </p:nvSpPr>
        <p:spPr bwMode="auto">
          <a:xfrm>
            <a:off x="0" y="0"/>
            <a:ext cx="1524000" cy="381000"/>
          </a:xfrm>
          <a:prstGeom prst="rect">
            <a:avLst/>
          </a:prstGeom>
          <a:noFill/>
          <a:ln w="12700">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solidFill>
                  <a:schemeClr val="bg2"/>
                </a:solidFill>
                <a:latin typeface="Forte" panose="03060902040502070203" pitchFamily="66" charset="0"/>
              </a:rPr>
              <a:t>animation</a:t>
            </a:r>
          </a:p>
        </p:txBody>
      </p:sp>
    </p:spTree>
    <p:extLst>
      <p:ext uri="{BB962C8B-B14F-4D97-AF65-F5344CB8AC3E}">
        <p14:creationId xmlns:p14="http://schemas.microsoft.com/office/powerpoint/2010/main" val="3682681492"/>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47CB5A33-6211-4D64-AF96-3B27CBBDAE53}" type="slidenum">
              <a:rPr lang="en-US" altLang="en-US" sz="1400"/>
              <a:pPr>
                <a:spcBef>
                  <a:spcPct val="0"/>
                </a:spcBef>
                <a:buClrTx/>
                <a:buSzTx/>
                <a:buFontTx/>
                <a:buNone/>
              </a:pPr>
              <a:t>39</a:t>
            </a:fld>
            <a:endParaRPr lang="en-US" altLang="en-US" sz="1400"/>
          </a:p>
        </p:txBody>
      </p:sp>
      <p:sp>
        <p:nvSpPr>
          <p:cNvPr id="11267" name="Rectangle 2"/>
          <p:cNvSpPr>
            <a:spLocks noGrp="1" noChangeArrowheads="1"/>
          </p:cNvSpPr>
          <p:nvPr>
            <p:ph type="title"/>
          </p:nvPr>
        </p:nvSpPr>
        <p:spPr>
          <a:xfrm>
            <a:off x="685800" y="228600"/>
            <a:ext cx="7772400" cy="762000"/>
          </a:xfrm>
        </p:spPr>
        <p:txBody>
          <a:bodyPr/>
          <a:lstStyle/>
          <a:p>
            <a:r>
              <a:rPr lang="en-US" altLang="en-US" smtClean="0"/>
              <a:t>Trace while Loop, cont.</a:t>
            </a:r>
          </a:p>
        </p:txBody>
      </p:sp>
      <p:sp>
        <p:nvSpPr>
          <p:cNvPr id="11268" name="Rectangle 3"/>
          <p:cNvSpPr>
            <a:spLocks noChangeArrowheads="1"/>
          </p:cNvSpPr>
          <p:nvPr/>
        </p:nvSpPr>
        <p:spPr bwMode="auto">
          <a:xfrm>
            <a:off x="1824038" y="2166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1269" name="Rectangle 4"/>
          <p:cNvSpPr>
            <a:spLocks noChangeArrowheads="1"/>
          </p:cNvSpPr>
          <p:nvPr/>
        </p:nvSpPr>
        <p:spPr bwMode="auto">
          <a:xfrm>
            <a:off x="228600" y="1447800"/>
            <a:ext cx="5334000" cy="2492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spcBef>
                <a:spcPct val="50000"/>
              </a:spcBef>
              <a:buFont typeface="Monotype Sorts"/>
              <a:buNone/>
            </a:pPr>
            <a:r>
              <a:rPr lang="en-US" altLang="en-US" sz="2400" dirty="0" err="1">
                <a:solidFill>
                  <a:srgbClr val="000000"/>
                </a:solidFill>
                <a:cs typeface="Courier New" panose="02070309020205020404" pitchFamily="49" charset="0"/>
              </a:rPr>
              <a:t>int</a:t>
            </a:r>
            <a:r>
              <a:rPr lang="en-US" altLang="en-US" sz="2400" dirty="0">
                <a:solidFill>
                  <a:srgbClr val="000000"/>
                </a:solidFill>
                <a:cs typeface="Courier New" panose="02070309020205020404" pitchFamily="49" charset="0"/>
              </a:rPr>
              <a:t> count = 0;</a:t>
            </a:r>
            <a:endParaRPr lang="en-US" altLang="en-US" sz="2400" dirty="0">
              <a:solidFill>
                <a:srgbClr val="000000"/>
              </a:solidFill>
              <a:cs typeface="Times New Roman" panose="02020603050405020304" pitchFamily="18" charset="0"/>
            </a:endParaRPr>
          </a:p>
          <a:p>
            <a:pPr>
              <a:lnSpc>
                <a:spcPct val="90000"/>
              </a:lnSpc>
              <a:spcBef>
                <a:spcPct val="50000"/>
              </a:spcBef>
              <a:buFont typeface="Monotype Sorts"/>
              <a:buNone/>
            </a:pPr>
            <a:r>
              <a:rPr lang="en-US" altLang="en-US" sz="2400" dirty="0">
                <a:solidFill>
                  <a:srgbClr val="000000"/>
                </a:solidFill>
                <a:cs typeface="Courier New" panose="02070309020205020404" pitchFamily="49" charset="0"/>
              </a:rPr>
              <a:t>while (count &lt; 2) {</a:t>
            </a:r>
            <a:endParaRPr lang="en-US" altLang="en-US" sz="2400" dirty="0">
              <a:solidFill>
                <a:srgbClr val="000000"/>
              </a:solidFill>
              <a:cs typeface="Times New Roman" panose="02020603050405020304" pitchFamily="18" charset="0"/>
            </a:endParaRPr>
          </a:p>
          <a:p>
            <a:pPr>
              <a:lnSpc>
                <a:spcPct val="90000"/>
              </a:lnSpc>
              <a:spcBef>
                <a:spcPct val="50000"/>
              </a:spcBef>
              <a:buNone/>
            </a:pPr>
            <a:r>
              <a:rPr lang="en-US" altLang="en-US" sz="2400" dirty="0">
                <a:solidFill>
                  <a:srgbClr val="000000"/>
                </a:solidFill>
                <a:cs typeface="Courier New" panose="02070309020205020404" pitchFamily="49" charset="0"/>
              </a:rPr>
              <a:t> </a:t>
            </a:r>
            <a:r>
              <a:rPr lang="en-US" altLang="en-US" sz="2400" dirty="0" err="1">
                <a:solidFill>
                  <a:srgbClr val="000000"/>
                </a:solidFill>
                <a:cs typeface="Courier New" panose="02070309020205020404" pitchFamily="49" charset="0"/>
              </a:rPr>
              <a:t>cout</a:t>
            </a:r>
            <a:r>
              <a:rPr lang="en-US" altLang="en-US" sz="2400" dirty="0">
                <a:solidFill>
                  <a:srgbClr val="000000"/>
                </a:solidFill>
                <a:cs typeface="Courier New" panose="02070309020205020404" pitchFamily="49" charset="0"/>
              </a:rPr>
              <a:t> &lt;&lt;  "Welcome to C</a:t>
            </a:r>
            <a:r>
              <a:rPr lang="en-US" altLang="en-US" sz="2400" dirty="0" smtClean="0">
                <a:solidFill>
                  <a:srgbClr val="000000"/>
                </a:solidFill>
                <a:cs typeface="Courier New" panose="02070309020205020404" pitchFamily="49" charset="0"/>
              </a:rPr>
              <a:t>++!";</a:t>
            </a:r>
            <a:endParaRPr lang="en-US" altLang="en-US" sz="2400" dirty="0">
              <a:solidFill>
                <a:srgbClr val="000000"/>
              </a:solidFill>
              <a:cs typeface="Times New Roman" panose="02020603050405020304" pitchFamily="18" charset="0"/>
            </a:endParaRPr>
          </a:p>
          <a:p>
            <a:pPr>
              <a:lnSpc>
                <a:spcPct val="90000"/>
              </a:lnSpc>
              <a:spcBef>
                <a:spcPct val="50000"/>
              </a:spcBef>
              <a:buFont typeface="Monotype Sorts"/>
              <a:buNone/>
            </a:pPr>
            <a:r>
              <a:rPr lang="en-US" altLang="en-US" sz="2400" dirty="0">
                <a:solidFill>
                  <a:srgbClr val="000000"/>
                </a:solidFill>
                <a:cs typeface="Courier New" panose="02070309020205020404" pitchFamily="49" charset="0"/>
              </a:rPr>
              <a:t>  count++;</a:t>
            </a:r>
            <a:endParaRPr lang="en-US" altLang="en-US" sz="2400" dirty="0">
              <a:solidFill>
                <a:srgbClr val="000000"/>
              </a:solidFill>
              <a:cs typeface="Times New Roman" panose="02020603050405020304" pitchFamily="18" charset="0"/>
            </a:endParaRPr>
          </a:p>
          <a:p>
            <a:pPr>
              <a:lnSpc>
                <a:spcPct val="90000"/>
              </a:lnSpc>
              <a:spcBef>
                <a:spcPct val="50000"/>
              </a:spcBef>
              <a:buFont typeface="Monotype Sorts"/>
              <a:buNone/>
            </a:pPr>
            <a:r>
              <a:rPr lang="en-US" altLang="en-US" sz="2400" dirty="0">
                <a:solidFill>
                  <a:srgbClr val="000000"/>
                </a:solidFill>
                <a:cs typeface="Courier New" panose="02070309020205020404" pitchFamily="49" charset="0"/>
              </a:rPr>
              <a:t>}</a:t>
            </a:r>
          </a:p>
        </p:txBody>
      </p:sp>
      <p:sp>
        <p:nvSpPr>
          <p:cNvPr id="11270" name="Rectangle 5"/>
          <p:cNvSpPr>
            <a:spLocks noChangeArrowheads="1"/>
          </p:cNvSpPr>
          <p:nvPr/>
        </p:nvSpPr>
        <p:spPr bwMode="auto">
          <a:xfrm>
            <a:off x="1824038" y="2166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1271" name="AutoShape 7"/>
          <p:cNvSpPr>
            <a:spLocks noChangeArrowheads="1"/>
          </p:cNvSpPr>
          <p:nvPr/>
        </p:nvSpPr>
        <p:spPr bwMode="auto">
          <a:xfrm>
            <a:off x="5257800" y="1219200"/>
            <a:ext cx="3533775" cy="384175"/>
          </a:xfrm>
          <a:prstGeom prst="wedgeRoundRectCallout">
            <a:avLst>
              <a:gd name="adj1" fmla="val -114556"/>
              <a:gd name="adj2" fmla="val 208264"/>
              <a:gd name="adj3" fmla="val 16667"/>
            </a:avLst>
          </a:prstGeom>
          <a:solidFill>
            <a:schemeClr val="accent1"/>
          </a:solidFill>
          <a:ln w="12700">
            <a:solidFill>
              <a:schemeClr val="tx1"/>
            </a:solidFill>
            <a:miter lim="800000"/>
            <a:headEnd type="none" w="sm" len="sm"/>
            <a:tailEnd type="none" w="sm" len="sm"/>
          </a:ln>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t>(count &lt; 2) is true</a:t>
            </a:r>
          </a:p>
        </p:txBody>
      </p:sp>
      <p:sp>
        <p:nvSpPr>
          <p:cNvPr id="11272" name="Rectangle 8"/>
          <p:cNvSpPr>
            <a:spLocks noChangeArrowheads="1"/>
          </p:cNvSpPr>
          <p:nvPr/>
        </p:nvSpPr>
        <p:spPr bwMode="auto">
          <a:xfrm>
            <a:off x="309563" y="2008188"/>
            <a:ext cx="5105400" cy="384175"/>
          </a:xfrm>
          <a:prstGeom prst="rect">
            <a:avLst/>
          </a:prstGeom>
          <a:solidFill>
            <a:schemeClr val="accent1">
              <a:alpha val="45097"/>
            </a:schemeClr>
          </a:solidFill>
          <a:ln w="12700">
            <a:solidFill>
              <a:schemeClr val="tx1"/>
            </a:solidFill>
            <a:miter lim="800000"/>
            <a:headEnd type="none" w="sm" len="sm"/>
            <a:tailEnd type="none" w="sm" len="sm"/>
          </a:ln>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1273" name="Rectangle 9"/>
          <p:cNvSpPr>
            <a:spLocks noChangeArrowheads="1"/>
          </p:cNvSpPr>
          <p:nvPr/>
        </p:nvSpPr>
        <p:spPr bwMode="auto">
          <a:xfrm>
            <a:off x="0" y="0"/>
            <a:ext cx="1524000" cy="381000"/>
          </a:xfrm>
          <a:prstGeom prst="rect">
            <a:avLst/>
          </a:prstGeom>
          <a:noFill/>
          <a:ln w="12700">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solidFill>
                  <a:schemeClr val="bg2"/>
                </a:solidFill>
                <a:latin typeface="Forte" panose="03060902040502070203" pitchFamily="66" charset="0"/>
              </a:rPr>
              <a:t>animation</a:t>
            </a:r>
          </a:p>
        </p:txBody>
      </p:sp>
    </p:spTree>
    <p:extLst>
      <p:ext uri="{BB962C8B-B14F-4D97-AF65-F5344CB8AC3E}">
        <p14:creationId xmlns:p14="http://schemas.microsoft.com/office/powerpoint/2010/main" val="1782545960"/>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C020BF4A-59EA-4951-908C-3D693085FB16}" type="slidenum">
              <a:rPr lang="en-US" altLang="en-US" sz="1400"/>
              <a:pPr>
                <a:spcBef>
                  <a:spcPct val="0"/>
                </a:spcBef>
                <a:buClrTx/>
                <a:buSzTx/>
                <a:buFontTx/>
                <a:buNone/>
              </a:pPr>
              <a:t>40</a:t>
            </a:fld>
            <a:endParaRPr lang="en-US" altLang="en-US" sz="1400"/>
          </a:p>
        </p:txBody>
      </p:sp>
      <p:sp>
        <p:nvSpPr>
          <p:cNvPr id="12291" name="Rectangle 2"/>
          <p:cNvSpPr>
            <a:spLocks noGrp="1" noChangeArrowheads="1"/>
          </p:cNvSpPr>
          <p:nvPr>
            <p:ph type="title"/>
          </p:nvPr>
        </p:nvSpPr>
        <p:spPr>
          <a:xfrm>
            <a:off x="685800" y="228600"/>
            <a:ext cx="7772400" cy="762000"/>
          </a:xfrm>
        </p:spPr>
        <p:txBody>
          <a:bodyPr/>
          <a:lstStyle/>
          <a:p>
            <a:r>
              <a:rPr lang="en-US" altLang="en-US" smtClean="0"/>
              <a:t>Trace while Loop, cont.</a:t>
            </a:r>
          </a:p>
        </p:txBody>
      </p:sp>
      <p:sp>
        <p:nvSpPr>
          <p:cNvPr id="12292" name="Rectangle 3"/>
          <p:cNvSpPr>
            <a:spLocks noChangeArrowheads="1"/>
          </p:cNvSpPr>
          <p:nvPr/>
        </p:nvSpPr>
        <p:spPr bwMode="auto">
          <a:xfrm>
            <a:off x="1824038" y="2166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2293" name="Rectangle 4"/>
          <p:cNvSpPr>
            <a:spLocks noChangeArrowheads="1"/>
          </p:cNvSpPr>
          <p:nvPr/>
        </p:nvSpPr>
        <p:spPr bwMode="auto">
          <a:xfrm>
            <a:off x="228600" y="1447800"/>
            <a:ext cx="5334000" cy="2492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spcBef>
                <a:spcPct val="50000"/>
              </a:spcBef>
              <a:buFont typeface="Monotype Sorts"/>
              <a:buNone/>
            </a:pPr>
            <a:r>
              <a:rPr lang="en-US" altLang="en-US" sz="2400" dirty="0" err="1">
                <a:solidFill>
                  <a:srgbClr val="000000"/>
                </a:solidFill>
                <a:cs typeface="Courier New" panose="02070309020205020404" pitchFamily="49" charset="0"/>
              </a:rPr>
              <a:t>int</a:t>
            </a:r>
            <a:r>
              <a:rPr lang="en-US" altLang="en-US" sz="2400" dirty="0">
                <a:solidFill>
                  <a:srgbClr val="000000"/>
                </a:solidFill>
                <a:cs typeface="Courier New" panose="02070309020205020404" pitchFamily="49" charset="0"/>
              </a:rPr>
              <a:t> count = 0;</a:t>
            </a:r>
            <a:endParaRPr lang="en-US" altLang="en-US" sz="2400" dirty="0">
              <a:solidFill>
                <a:srgbClr val="000000"/>
              </a:solidFill>
              <a:cs typeface="Times New Roman" panose="02020603050405020304" pitchFamily="18" charset="0"/>
            </a:endParaRPr>
          </a:p>
          <a:p>
            <a:pPr>
              <a:lnSpc>
                <a:spcPct val="90000"/>
              </a:lnSpc>
              <a:spcBef>
                <a:spcPct val="50000"/>
              </a:spcBef>
              <a:buFont typeface="Monotype Sorts"/>
              <a:buNone/>
            </a:pPr>
            <a:r>
              <a:rPr lang="en-US" altLang="en-US" sz="2400" dirty="0">
                <a:solidFill>
                  <a:srgbClr val="000000"/>
                </a:solidFill>
                <a:cs typeface="Courier New" panose="02070309020205020404" pitchFamily="49" charset="0"/>
              </a:rPr>
              <a:t>while (count &lt; 2) {</a:t>
            </a:r>
            <a:endParaRPr lang="en-US" altLang="en-US" sz="2400" dirty="0">
              <a:solidFill>
                <a:srgbClr val="000000"/>
              </a:solidFill>
              <a:cs typeface="Times New Roman" panose="02020603050405020304" pitchFamily="18" charset="0"/>
            </a:endParaRPr>
          </a:p>
          <a:p>
            <a:pPr>
              <a:lnSpc>
                <a:spcPct val="90000"/>
              </a:lnSpc>
              <a:spcBef>
                <a:spcPct val="50000"/>
              </a:spcBef>
              <a:buNone/>
            </a:pPr>
            <a:r>
              <a:rPr lang="en-US" altLang="en-US" sz="2400" dirty="0">
                <a:solidFill>
                  <a:srgbClr val="000000"/>
                </a:solidFill>
                <a:cs typeface="Courier New" panose="02070309020205020404" pitchFamily="49" charset="0"/>
              </a:rPr>
              <a:t> </a:t>
            </a:r>
            <a:r>
              <a:rPr lang="en-US" altLang="en-US" sz="2400" dirty="0" err="1">
                <a:solidFill>
                  <a:srgbClr val="000000"/>
                </a:solidFill>
                <a:cs typeface="Courier New" panose="02070309020205020404" pitchFamily="49" charset="0"/>
              </a:rPr>
              <a:t>cout</a:t>
            </a:r>
            <a:r>
              <a:rPr lang="en-US" altLang="en-US" sz="2400" dirty="0">
                <a:solidFill>
                  <a:srgbClr val="000000"/>
                </a:solidFill>
                <a:cs typeface="Courier New" panose="02070309020205020404" pitchFamily="49" charset="0"/>
              </a:rPr>
              <a:t> &lt;&lt;  "Welcome to C</a:t>
            </a:r>
            <a:r>
              <a:rPr lang="en-US" altLang="en-US" sz="2400" dirty="0" smtClean="0">
                <a:solidFill>
                  <a:srgbClr val="000000"/>
                </a:solidFill>
                <a:cs typeface="Courier New" panose="02070309020205020404" pitchFamily="49" charset="0"/>
              </a:rPr>
              <a:t>++!";</a:t>
            </a:r>
          </a:p>
          <a:p>
            <a:pPr>
              <a:lnSpc>
                <a:spcPct val="90000"/>
              </a:lnSpc>
              <a:spcBef>
                <a:spcPct val="50000"/>
              </a:spcBef>
              <a:buNone/>
            </a:pPr>
            <a:r>
              <a:rPr lang="en-US" altLang="en-US" sz="2400" dirty="0" smtClean="0">
                <a:solidFill>
                  <a:srgbClr val="000000"/>
                </a:solidFill>
                <a:cs typeface="Courier New" panose="02070309020205020404" pitchFamily="49" charset="0"/>
              </a:rPr>
              <a:t>  </a:t>
            </a:r>
            <a:r>
              <a:rPr lang="en-US" altLang="en-US" sz="2400" dirty="0">
                <a:solidFill>
                  <a:srgbClr val="000000"/>
                </a:solidFill>
                <a:cs typeface="Courier New" panose="02070309020205020404" pitchFamily="49" charset="0"/>
              </a:rPr>
              <a:t>count++;</a:t>
            </a:r>
            <a:endParaRPr lang="en-US" altLang="en-US" sz="2400" dirty="0">
              <a:solidFill>
                <a:srgbClr val="000000"/>
              </a:solidFill>
              <a:cs typeface="Times New Roman" panose="02020603050405020304" pitchFamily="18" charset="0"/>
            </a:endParaRPr>
          </a:p>
          <a:p>
            <a:pPr>
              <a:lnSpc>
                <a:spcPct val="90000"/>
              </a:lnSpc>
              <a:spcBef>
                <a:spcPct val="50000"/>
              </a:spcBef>
              <a:buFont typeface="Monotype Sorts"/>
              <a:buNone/>
            </a:pPr>
            <a:r>
              <a:rPr lang="en-US" altLang="en-US" sz="2400" dirty="0">
                <a:solidFill>
                  <a:srgbClr val="000000"/>
                </a:solidFill>
                <a:cs typeface="Courier New" panose="02070309020205020404" pitchFamily="49" charset="0"/>
              </a:rPr>
              <a:t>}</a:t>
            </a:r>
          </a:p>
        </p:txBody>
      </p:sp>
      <p:sp>
        <p:nvSpPr>
          <p:cNvPr id="12294" name="Rectangle 5"/>
          <p:cNvSpPr>
            <a:spLocks noChangeArrowheads="1"/>
          </p:cNvSpPr>
          <p:nvPr/>
        </p:nvSpPr>
        <p:spPr bwMode="auto">
          <a:xfrm>
            <a:off x="1824038" y="2166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2295" name="AutoShape 6"/>
          <p:cNvSpPr>
            <a:spLocks noChangeArrowheads="1"/>
          </p:cNvSpPr>
          <p:nvPr/>
        </p:nvSpPr>
        <p:spPr bwMode="auto">
          <a:xfrm>
            <a:off x="5257800" y="1219200"/>
            <a:ext cx="3533775" cy="384175"/>
          </a:xfrm>
          <a:prstGeom prst="wedgeRoundRectCallout">
            <a:avLst>
              <a:gd name="adj1" fmla="val -46676"/>
              <a:gd name="adj2" fmla="val 290083"/>
              <a:gd name="adj3" fmla="val 16667"/>
            </a:avLst>
          </a:prstGeom>
          <a:solidFill>
            <a:schemeClr val="accent1"/>
          </a:solidFill>
          <a:ln w="12700">
            <a:solidFill>
              <a:schemeClr val="tx1"/>
            </a:solidFill>
            <a:miter lim="800000"/>
            <a:headEnd type="none" w="sm" len="sm"/>
            <a:tailEnd type="none" w="sm" len="sm"/>
          </a:ln>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t>Print Welcome to Java</a:t>
            </a:r>
          </a:p>
        </p:txBody>
      </p:sp>
      <p:sp>
        <p:nvSpPr>
          <p:cNvPr id="12296" name="Rectangle 8"/>
          <p:cNvSpPr>
            <a:spLocks noChangeArrowheads="1"/>
          </p:cNvSpPr>
          <p:nvPr/>
        </p:nvSpPr>
        <p:spPr bwMode="auto">
          <a:xfrm>
            <a:off x="317500" y="2453173"/>
            <a:ext cx="5105400" cy="384175"/>
          </a:xfrm>
          <a:prstGeom prst="rect">
            <a:avLst/>
          </a:prstGeom>
          <a:solidFill>
            <a:schemeClr val="accent1">
              <a:alpha val="45097"/>
            </a:schemeClr>
          </a:solidFill>
          <a:ln w="12700">
            <a:solidFill>
              <a:schemeClr val="tx1"/>
            </a:solidFill>
            <a:miter lim="800000"/>
            <a:headEnd type="none" w="sm" len="sm"/>
            <a:tailEnd type="none" w="sm" len="sm"/>
          </a:ln>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dirty="0"/>
          </a:p>
        </p:txBody>
      </p:sp>
      <p:sp>
        <p:nvSpPr>
          <p:cNvPr id="12297" name="Rectangle 9"/>
          <p:cNvSpPr>
            <a:spLocks noChangeArrowheads="1"/>
          </p:cNvSpPr>
          <p:nvPr/>
        </p:nvSpPr>
        <p:spPr bwMode="auto">
          <a:xfrm>
            <a:off x="0" y="0"/>
            <a:ext cx="1524000" cy="381000"/>
          </a:xfrm>
          <a:prstGeom prst="rect">
            <a:avLst/>
          </a:prstGeom>
          <a:noFill/>
          <a:ln w="12700">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solidFill>
                  <a:schemeClr val="bg2"/>
                </a:solidFill>
                <a:latin typeface="Forte" panose="03060902040502070203" pitchFamily="66" charset="0"/>
              </a:rPr>
              <a:t>animation</a:t>
            </a:r>
          </a:p>
        </p:txBody>
      </p:sp>
    </p:spTree>
    <p:extLst>
      <p:ext uri="{BB962C8B-B14F-4D97-AF65-F5344CB8AC3E}">
        <p14:creationId xmlns:p14="http://schemas.microsoft.com/office/powerpoint/2010/main" val="2106219549"/>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E876843A-9203-4735-BA42-8813D71155BA}" type="slidenum">
              <a:rPr lang="en-US" altLang="en-US" sz="1400"/>
              <a:pPr>
                <a:spcBef>
                  <a:spcPct val="0"/>
                </a:spcBef>
                <a:buClrTx/>
                <a:buSzTx/>
                <a:buFontTx/>
                <a:buNone/>
              </a:pPr>
              <a:t>41</a:t>
            </a:fld>
            <a:endParaRPr lang="en-US" altLang="en-US" sz="1400"/>
          </a:p>
        </p:txBody>
      </p:sp>
      <p:sp>
        <p:nvSpPr>
          <p:cNvPr id="13315" name="Rectangle 2"/>
          <p:cNvSpPr>
            <a:spLocks noGrp="1" noChangeArrowheads="1"/>
          </p:cNvSpPr>
          <p:nvPr>
            <p:ph type="title"/>
          </p:nvPr>
        </p:nvSpPr>
        <p:spPr>
          <a:xfrm>
            <a:off x="685800" y="228600"/>
            <a:ext cx="7772400" cy="762000"/>
          </a:xfrm>
        </p:spPr>
        <p:txBody>
          <a:bodyPr/>
          <a:lstStyle/>
          <a:p>
            <a:r>
              <a:rPr lang="en-US" altLang="en-US" smtClean="0"/>
              <a:t>Trace while Loop, cont.</a:t>
            </a:r>
          </a:p>
        </p:txBody>
      </p:sp>
      <p:sp>
        <p:nvSpPr>
          <p:cNvPr id="13316" name="Rectangle 3"/>
          <p:cNvSpPr>
            <a:spLocks noChangeArrowheads="1"/>
          </p:cNvSpPr>
          <p:nvPr/>
        </p:nvSpPr>
        <p:spPr bwMode="auto">
          <a:xfrm>
            <a:off x="1824038" y="2166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3317" name="Rectangle 4"/>
          <p:cNvSpPr>
            <a:spLocks noChangeArrowheads="1"/>
          </p:cNvSpPr>
          <p:nvPr/>
        </p:nvSpPr>
        <p:spPr bwMode="auto">
          <a:xfrm>
            <a:off x="228600" y="1447800"/>
            <a:ext cx="5334000" cy="2492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spcBef>
                <a:spcPct val="50000"/>
              </a:spcBef>
              <a:buFont typeface="Monotype Sorts"/>
              <a:buNone/>
            </a:pPr>
            <a:r>
              <a:rPr lang="en-US" altLang="en-US" sz="2400" dirty="0" err="1">
                <a:solidFill>
                  <a:srgbClr val="000000"/>
                </a:solidFill>
                <a:cs typeface="Courier New" panose="02070309020205020404" pitchFamily="49" charset="0"/>
              </a:rPr>
              <a:t>int</a:t>
            </a:r>
            <a:r>
              <a:rPr lang="en-US" altLang="en-US" sz="2400" dirty="0">
                <a:solidFill>
                  <a:srgbClr val="000000"/>
                </a:solidFill>
                <a:cs typeface="Courier New" panose="02070309020205020404" pitchFamily="49" charset="0"/>
              </a:rPr>
              <a:t> count = 0;</a:t>
            </a:r>
            <a:endParaRPr lang="en-US" altLang="en-US" sz="2400" dirty="0">
              <a:solidFill>
                <a:srgbClr val="000000"/>
              </a:solidFill>
              <a:cs typeface="Times New Roman" panose="02020603050405020304" pitchFamily="18" charset="0"/>
            </a:endParaRPr>
          </a:p>
          <a:p>
            <a:pPr>
              <a:lnSpc>
                <a:spcPct val="90000"/>
              </a:lnSpc>
              <a:spcBef>
                <a:spcPct val="50000"/>
              </a:spcBef>
              <a:buFont typeface="Monotype Sorts"/>
              <a:buNone/>
            </a:pPr>
            <a:r>
              <a:rPr lang="en-US" altLang="en-US" sz="2400" dirty="0">
                <a:solidFill>
                  <a:srgbClr val="000000"/>
                </a:solidFill>
                <a:cs typeface="Courier New" panose="02070309020205020404" pitchFamily="49" charset="0"/>
              </a:rPr>
              <a:t>while (count &lt; 2) {</a:t>
            </a:r>
            <a:endParaRPr lang="en-US" altLang="en-US" sz="2400" dirty="0">
              <a:solidFill>
                <a:srgbClr val="000000"/>
              </a:solidFill>
              <a:cs typeface="Times New Roman" panose="02020603050405020304" pitchFamily="18" charset="0"/>
            </a:endParaRPr>
          </a:p>
          <a:p>
            <a:pPr>
              <a:lnSpc>
                <a:spcPct val="90000"/>
              </a:lnSpc>
              <a:spcBef>
                <a:spcPct val="50000"/>
              </a:spcBef>
              <a:buNone/>
            </a:pPr>
            <a:r>
              <a:rPr lang="en-US" altLang="en-US" sz="2400" dirty="0" err="1">
                <a:solidFill>
                  <a:srgbClr val="000000"/>
                </a:solidFill>
                <a:cs typeface="Courier New" panose="02070309020205020404" pitchFamily="49" charset="0"/>
              </a:rPr>
              <a:t>cout</a:t>
            </a:r>
            <a:r>
              <a:rPr lang="en-US" altLang="en-US" sz="2400" dirty="0">
                <a:solidFill>
                  <a:srgbClr val="000000"/>
                </a:solidFill>
                <a:cs typeface="Courier New" panose="02070309020205020404" pitchFamily="49" charset="0"/>
              </a:rPr>
              <a:t> &lt;&lt;  "Welcome to C</a:t>
            </a:r>
            <a:r>
              <a:rPr lang="en-US" altLang="en-US" sz="2400" dirty="0" smtClean="0">
                <a:solidFill>
                  <a:srgbClr val="000000"/>
                </a:solidFill>
                <a:cs typeface="Courier New" panose="02070309020205020404" pitchFamily="49" charset="0"/>
              </a:rPr>
              <a:t>++!";</a:t>
            </a:r>
            <a:endParaRPr lang="en-US" altLang="en-US" sz="2400" dirty="0">
              <a:solidFill>
                <a:srgbClr val="000000"/>
              </a:solidFill>
              <a:cs typeface="Times New Roman" panose="02020603050405020304" pitchFamily="18" charset="0"/>
            </a:endParaRPr>
          </a:p>
          <a:p>
            <a:pPr>
              <a:lnSpc>
                <a:spcPct val="90000"/>
              </a:lnSpc>
              <a:spcBef>
                <a:spcPct val="50000"/>
              </a:spcBef>
              <a:buFont typeface="Monotype Sorts"/>
              <a:buNone/>
            </a:pPr>
            <a:r>
              <a:rPr lang="en-US" altLang="en-US" sz="2400" dirty="0">
                <a:solidFill>
                  <a:srgbClr val="000000"/>
                </a:solidFill>
                <a:cs typeface="Courier New" panose="02070309020205020404" pitchFamily="49" charset="0"/>
              </a:rPr>
              <a:t>  count++;</a:t>
            </a:r>
            <a:endParaRPr lang="en-US" altLang="en-US" sz="2400" dirty="0">
              <a:solidFill>
                <a:srgbClr val="000000"/>
              </a:solidFill>
              <a:cs typeface="Times New Roman" panose="02020603050405020304" pitchFamily="18" charset="0"/>
            </a:endParaRPr>
          </a:p>
          <a:p>
            <a:pPr>
              <a:lnSpc>
                <a:spcPct val="90000"/>
              </a:lnSpc>
              <a:spcBef>
                <a:spcPct val="50000"/>
              </a:spcBef>
              <a:buFont typeface="Monotype Sorts"/>
              <a:buNone/>
            </a:pPr>
            <a:r>
              <a:rPr lang="en-US" altLang="en-US" sz="2400" dirty="0">
                <a:solidFill>
                  <a:srgbClr val="000000"/>
                </a:solidFill>
                <a:cs typeface="Courier New" panose="02070309020205020404" pitchFamily="49" charset="0"/>
              </a:rPr>
              <a:t>}</a:t>
            </a:r>
          </a:p>
        </p:txBody>
      </p:sp>
      <p:sp>
        <p:nvSpPr>
          <p:cNvPr id="13318" name="Rectangle 5"/>
          <p:cNvSpPr>
            <a:spLocks noChangeArrowheads="1"/>
          </p:cNvSpPr>
          <p:nvPr/>
        </p:nvSpPr>
        <p:spPr bwMode="auto">
          <a:xfrm>
            <a:off x="1824038" y="2166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3319" name="AutoShape 6"/>
          <p:cNvSpPr>
            <a:spLocks noChangeArrowheads="1"/>
          </p:cNvSpPr>
          <p:nvPr/>
        </p:nvSpPr>
        <p:spPr bwMode="auto">
          <a:xfrm>
            <a:off x="5257800" y="1219200"/>
            <a:ext cx="3538538" cy="635000"/>
          </a:xfrm>
          <a:prstGeom prst="wedgeRoundRectCallout">
            <a:avLst>
              <a:gd name="adj1" fmla="val -61037"/>
              <a:gd name="adj2" fmla="val 255000"/>
              <a:gd name="adj3" fmla="val 16667"/>
            </a:avLst>
          </a:prstGeom>
          <a:solidFill>
            <a:schemeClr val="accent1"/>
          </a:solidFill>
          <a:ln w="12700">
            <a:solidFill>
              <a:schemeClr val="tx1"/>
            </a:solidFill>
            <a:miter lim="800000"/>
            <a:headEnd type="none" w="sm" len="sm"/>
            <a:tailEnd type="none" w="sm" len="sm"/>
          </a:ln>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t>Increase count by 1</a:t>
            </a:r>
          </a:p>
          <a:p>
            <a:pPr algn="ctr">
              <a:spcBef>
                <a:spcPct val="0"/>
              </a:spcBef>
              <a:buClrTx/>
              <a:buSzTx/>
              <a:buFontTx/>
              <a:buNone/>
            </a:pPr>
            <a:r>
              <a:rPr lang="en-US" altLang="en-US" sz="1800"/>
              <a:t>count is 1 now</a:t>
            </a:r>
          </a:p>
        </p:txBody>
      </p:sp>
      <p:sp>
        <p:nvSpPr>
          <p:cNvPr id="13320" name="Rectangle 7"/>
          <p:cNvSpPr>
            <a:spLocks noChangeArrowheads="1"/>
          </p:cNvSpPr>
          <p:nvPr/>
        </p:nvSpPr>
        <p:spPr bwMode="auto">
          <a:xfrm>
            <a:off x="309563" y="2968625"/>
            <a:ext cx="5105400" cy="384175"/>
          </a:xfrm>
          <a:prstGeom prst="rect">
            <a:avLst/>
          </a:prstGeom>
          <a:solidFill>
            <a:schemeClr val="accent1">
              <a:alpha val="45097"/>
            </a:schemeClr>
          </a:solidFill>
          <a:ln w="12700">
            <a:solidFill>
              <a:schemeClr val="tx1"/>
            </a:solidFill>
            <a:miter lim="800000"/>
            <a:headEnd type="none" w="sm" len="sm"/>
            <a:tailEnd type="none" w="sm" len="sm"/>
          </a:ln>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3321" name="Rectangle 8"/>
          <p:cNvSpPr>
            <a:spLocks noChangeArrowheads="1"/>
          </p:cNvSpPr>
          <p:nvPr/>
        </p:nvSpPr>
        <p:spPr bwMode="auto">
          <a:xfrm>
            <a:off x="0" y="0"/>
            <a:ext cx="1524000" cy="381000"/>
          </a:xfrm>
          <a:prstGeom prst="rect">
            <a:avLst/>
          </a:prstGeom>
          <a:noFill/>
          <a:ln w="12700">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solidFill>
                  <a:schemeClr val="bg2"/>
                </a:solidFill>
                <a:latin typeface="Forte" panose="03060902040502070203" pitchFamily="66" charset="0"/>
              </a:rPr>
              <a:t>animation</a:t>
            </a:r>
          </a:p>
        </p:txBody>
      </p:sp>
    </p:spTree>
    <p:extLst>
      <p:ext uri="{BB962C8B-B14F-4D97-AF65-F5344CB8AC3E}">
        <p14:creationId xmlns:p14="http://schemas.microsoft.com/office/powerpoint/2010/main" val="4128622096"/>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6C043F4E-BB11-427B-BDFE-E3B26A310D99}" type="slidenum">
              <a:rPr lang="en-US" altLang="en-US" sz="1400"/>
              <a:pPr>
                <a:spcBef>
                  <a:spcPct val="0"/>
                </a:spcBef>
                <a:buClrTx/>
                <a:buSzTx/>
                <a:buFontTx/>
                <a:buNone/>
              </a:pPr>
              <a:t>42</a:t>
            </a:fld>
            <a:endParaRPr lang="en-US" altLang="en-US" sz="1400"/>
          </a:p>
        </p:txBody>
      </p:sp>
      <p:sp>
        <p:nvSpPr>
          <p:cNvPr id="14339" name="Rectangle 2"/>
          <p:cNvSpPr>
            <a:spLocks noGrp="1" noChangeArrowheads="1"/>
          </p:cNvSpPr>
          <p:nvPr>
            <p:ph type="title"/>
          </p:nvPr>
        </p:nvSpPr>
        <p:spPr>
          <a:xfrm>
            <a:off x="685800" y="228600"/>
            <a:ext cx="7772400" cy="762000"/>
          </a:xfrm>
        </p:spPr>
        <p:txBody>
          <a:bodyPr/>
          <a:lstStyle/>
          <a:p>
            <a:r>
              <a:rPr lang="en-US" altLang="en-US" smtClean="0"/>
              <a:t>Trace while Loop, cont.</a:t>
            </a:r>
          </a:p>
        </p:txBody>
      </p:sp>
      <p:sp>
        <p:nvSpPr>
          <p:cNvPr id="14340" name="Rectangle 3"/>
          <p:cNvSpPr>
            <a:spLocks noChangeArrowheads="1"/>
          </p:cNvSpPr>
          <p:nvPr/>
        </p:nvSpPr>
        <p:spPr bwMode="auto">
          <a:xfrm>
            <a:off x="1824038" y="2166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4341" name="Rectangle 4"/>
          <p:cNvSpPr>
            <a:spLocks noChangeArrowheads="1"/>
          </p:cNvSpPr>
          <p:nvPr/>
        </p:nvSpPr>
        <p:spPr bwMode="auto">
          <a:xfrm>
            <a:off x="228600" y="1447800"/>
            <a:ext cx="5334000" cy="2492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spcBef>
                <a:spcPct val="50000"/>
              </a:spcBef>
              <a:buFont typeface="Monotype Sorts"/>
              <a:buNone/>
            </a:pPr>
            <a:r>
              <a:rPr lang="en-US" altLang="en-US" sz="2400" dirty="0" err="1">
                <a:solidFill>
                  <a:srgbClr val="000000"/>
                </a:solidFill>
                <a:cs typeface="Courier New" panose="02070309020205020404" pitchFamily="49" charset="0"/>
              </a:rPr>
              <a:t>int</a:t>
            </a:r>
            <a:r>
              <a:rPr lang="en-US" altLang="en-US" sz="2400" dirty="0">
                <a:solidFill>
                  <a:srgbClr val="000000"/>
                </a:solidFill>
                <a:cs typeface="Courier New" panose="02070309020205020404" pitchFamily="49" charset="0"/>
              </a:rPr>
              <a:t> count = 0;</a:t>
            </a:r>
            <a:endParaRPr lang="en-US" altLang="en-US" sz="2400" dirty="0">
              <a:solidFill>
                <a:srgbClr val="000000"/>
              </a:solidFill>
              <a:cs typeface="Times New Roman" panose="02020603050405020304" pitchFamily="18" charset="0"/>
            </a:endParaRPr>
          </a:p>
          <a:p>
            <a:pPr>
              <a:lnSpc>
                <a:spcPct val="90000"/>
              </a:lnSpc>
              <a:spcBef>
                <a:spcPct val="50000"/>
              </a:spcBef>
              <a:buFont typeface="Monotype Sorts"/>
              <a:buNone/>
            </a:pPr>
            <a:r>
              <a:rPr lang="en-US" altLang="en-US" sz="2400" dirty="0">
                <a:solidFill>
                  <a:srgbClr val="000000"/>
                </a:solidFill>
                <a:cs typeface="Courier New" panose="02070309020205020404" pitchFamily="49" charset="0"/>
              </a:rPr>
              <a:t>while (count &lt; 2) {</a:t>
            </a:r>
            <a:endParaRPr lang="en-US" altLang="en-US" sz="2400" dirty="0">
              <a:solidFill>
                <a:srgbClr val="000000"/>
              </a:solidFill>
              <a:cs typeface="Times New Roman" panose="02020603050405020304" pitchFamily="18" charset="0"/>
            </a:endParaRPr>
          </a:p>
          <a:p>
            <a:pPr>
              <a:lnSpc>
                <a:spcPct val="90000"/>
              </a:lnSpc>
              <a:spcBef>
                <a:spcPct val="50000"/>
              </a:spcBef>
              <a:buNone/>
            </a:pPr>
            <a:r>
              <a:rPr lang="en-US" altLang="en-US" sz="2400" dirty="0">
                <a:solidFill>
                  <a:srgbClr val="000000"/>
                </a:solidFill>
                <a:cs typeface="Courier New" panose="02070309020205020404" pitchFamily="49" charset="0"/>
              </a:rPr>
              <a:t> </a:t>
            </a:r>
            <a:r>
              <a:rPr lang="en-US" altLang="en-US" sz="2400" dirty="0" err="1">
                <a:solidFill>
                  <a:srgbClr val="000000"/>
                </a:solidFill>
                <a:cs typeface="Courier New" panose="02070309020205020404" pitchFamily="49" charset="0"/>
              </a:rPr>
              <a:t>cout</a:t>
            </a:r>
            <a:r>
              <a:rPr lang="en-US" altLang="en-US" sz="2400" dirty="0">
                <a:solidFill>
                  <a:srgbClr val="000000"/>
                </a:solidFill>
                <a:cs typeface="Courier New" panose="02070309020205020404" pitchFamily="49" charset="0"/>
              </a:rPr>
              <a:t> &lt;&lt;  "Welcome to C++!";</a:t>
            </a:r>
            <a:endParaRPr lang="en-US" altLang="en-US" sz="2400" dirty="0">
              <a:solidFill>
                <a:srgbClr val="000000"/>
              </a:solidFill>
              <a:cs typeface="Times New Roman" panose="02020603050405020304" pitchFamily="18" charset="0"/>
            </a:endParaRPr>
          </a:p>
          <a:p>
            <a:pPr>
              <a:lnSpc>
                <a:spcPct val="90000"/>
              </a:lnSpc>
              <a:spcBef>
                <a:spcPct val="50000"/>
              </a:spcBef>
              <a:buFont typeface="Monotype Sorts"/>
              <a:buNone/>
            </a:pPr>
            <a:r>
              <a:rPr lang="en-US" altLang="en-US" sz="2400" dirty="0">
                <a:solidFill>
                  <a:srgbClr val="000000"/>
                </a:solidFill>
                <a:cs typeface="Courier New" panose="02070309020205020404" pitchFamily="49" charset="0"/>
              </a:rPr>
              <a:t>  count++;</a:t>
            </a:r>
            <a:endParaRPr lang="en-US" altLang="en-US" sz="2400" dirty="0">
              <a:solidFill>
                <a:srgbClr val="000000"/>
              </a:solidFill>
              <a:cs typeface="Times New Roman" panose="02020603050405020304" pitchFamily="18" charset="0"/>
            </a:endParaRPr>
          </a:p>
          <a:p>
            <a:pPr>
              <a:lnSpc>
                <a:spcPct val="90000"/>
              </a:lnSpc>
              <a:spcBef>
                <a:spcPct val="50000"/>
              </a:spcBef>
              <a:buFont typeface="Monotype Sorts"/>
              <a:buNone/>
            </a:pPr>
            <a:r>
              <a:rPr lang="en-US" altLang="en-US" sz="2400" dirty="0">
                <a:solidFill>
                  <a:srgbClr val="000000"/>
                </a:solidFill>
                <a:cs typeface="Courier New" panose="02070309020205020404" pitchFamily="49" charset="0"/>
              </a:rPr>
              <a:t>}</a:t>
            </a:r>
          </a:p>
        </p:txBody>
      </p:sp>
      <p:sp>
        <p:nvSpPr>
          <p:cNvPr id="14342" name="Rectangle 5"/>
          <p:cNvSpPr>
            <a:spLocks noChangeArrowheads="1"/>
          </p:cNvSpPr>
          <p:nvPr/>
        </p:nvSpPr>
        <p:spPr bwMode="auto">
          <a:xfrm>
            <a:off x="1824038" y="2166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4343" name="AutoShape 6"/>
          <p:cNvSpPr>
            <a:spLocks noChangeArrowheads="1"/>
          </p:cNvSpPr>
          <p:nvPr/>
        </p:nvSpPr>
        <p:spPr bwMode="auto">
          <a:xfrm>
            <a:off x="5257800" y="1219200"/>
            <a:ext cx="3538538" cy="635000"/>
          </a:xfrm>
          <a:prstGeom prst="wedgeRoundRectCallout">
            <a:avLst>
              <a:gd name="adj1" fmla="val -60454"/>
              <a:gd name="adj2" fmla="val 109250"/>
              <a:gd name="adj3" fmla="val 16667"/>
            </a:avLst>
          </a:prstGeom>
          <a:solidFill>
            <a:schemeClr val="accent1"/>
          </a:solidFill>
          <a:ln w="12700">
            <a:solidFill>
              <a:schemeClr val="tx1"/>
            </a:solidFill>
            <a:miter lim="800000"/>
            <a:headEnd type="none" w="sm" len="sm"/>
            <a:tailEnd type="none" w="sm" len="sm"/>
          </a:ln>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t>(count &lt; 2) is still true since count is 1</a:t>
            </a:r>
          </a:p>
        </p:txBody>
      </p:sp>
      <p:sp>
        <p:nvSpPr>
          <p:cNvPr id="14344" name="Rectangle 7"/>
          <p:cNvSpPr>
            <a:spLocks noChangeArrowheads="1"/>
          </p:cNvSpPr>
          <p:nvPr/>
        </p:nvSpPr>
        <p:spPr bwMode="auto">
          <a:xfrm>
            <a:off x="309563" y="2008188"/>
            <a:ext cx="5105400" cy="384175"/>
          </a:xfrm>
          <a:prstGeom prst="rect">
            <a:avLst/>
          </a:prstGeom>
          <a:solidFill>
            <a:schemeClr val="accent1">
              <a:alpha val="45097"/>
            </a:schemeClr>
          </a:solidFill>
          <a:ln w="12700">
            <a:solidFill>
              <a:schemeClr val="tx1"/>
            </a:solidFill>
            <a:miter lim="800000"/>
            <a:headEnd type="none" w="sm" len="sm"/>
            <a:tailEnd type="none" w="sm" len="sm"/>
          </a:ln>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4345" name="Rectangle 8"/>
          <p:cNvSpPr>
            <a:spLocks noChangeArrowheads="1"/>
          </p:cNvSpPr>
          <p:nvPr/>
        </p:nvSpPr>
        <p:spPr bwMode="auto">
          <a:xfrm>
            <a:off x="0" y="0"/>
            <a:ext cx="1524000" cy="381000"/>
          </a:xfrm>
          <a:prstGeom prst="rect">
            <a:avLst/>
          </a:prstGeom>
          <a:noFill/>
          <a:ln w="12700">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solidFill>
                  <a:schemeClr val="bg2"/>
                </a:solidFill>
                <a:latin typeface="Forte" panose="03060902040502070203" pitchFamily="66" charset="0"/>
              </a:rPr>
              <a:t>animation</a:t>
            </a:r>
          </a:p>
        </p:txBody>
      </p:sp>
    </p:spTree>
    <p:extLst>
      <p:ext uri="{BB962C8B-B14F-4D97-AF65-F5344CB8AC3E}">
        <p14:creationId xmlns:p14="http://schemas.microsoft.com/office/powerpoint/2010/main" val="3929238016"/>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550979B0-1B4A-48A0-9B0E-622CC06A2B77}" type="slidenum">
              <a:rPr lang="en-US" altLang="en-US" sz="1400"/>
              <a:pPr>
                <a:spcBef>
                  <a:spcPct val="0"/>
                </a:spcBef>
                <a:buClrTx/>
                <a:buSzTx/>
                <a:buFontTx/>
                <a:buNone/>
              </a:pPr>
              <a:t>43</a:t>
            </a:fld>
            <a:endParaRPr lang="en-US" altLang="en-US" sz="1400"/>
          </a:p>
        </p:txBody>
      </p:sp>
      <p:sp>
        <p:nvSpPr>
          <p:cNvPr id="15363" name="Rectangle 2"/>
          <p:cNvSpPr>
            <a:spLocks noGrp="1" noChangeArrowheads="1"/>
          </p:cNvSpPr>
          <p:nvPr>
            <p:ph type="title"/>
          </p:nvPr>
        </p:nvSpPr>
        <p:spPr>
          <a:xfrm>
            <a:off x="685800" y="228600"/>
            <a:ext cx="7772400" cy="762000"/>
          </a:xfrm>
        </p:spPr>
        <p:txBody>
          <a:bodyPr/>
          <a:lstStyle/>
          <a:p>
            <a:r>
              <a:rPr lang="en-US" altLang="en-US" smtClean="0"/>
              <a:t>Trace while Loop, cont.</a:t>
            </a:r>
          </a:p>
        </p:txBody>
      </p:sp>
      <p:sp>
        <p:nvSpPr>
          <p:cNvPr id="15364" name="Rectangle 3"/>
          <p:cNvSpPr>
            <a:spLocks noChangeArrowheads="1"/>
          </p:cNvSpPr>
          <p:nvPr/>
        </p:nvSpPr>
        <p:spPr bwMode="auto">
          <a:xfrm>
            <a:off x="1824038" y="2166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5365" name="Rectangle 4"/>
          <p:cNvSpPr>
            <a:spLocks noChangeArrowheads="1"/>
          </p:cNvSpPr>
          <p:nvPr/>
        </p:nvSpPr>
        <p:spPr bwMode="auto">
          <a:xfrm>
            <a:off x="228600" y="1447800"/>
            <a:ext cx="5334000" cy="2492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spcBef>
                <a:spcPct val="50000"/>
              </a:spcBef>
              <a:buFont typeface="Monotype Sorts"/>
              <a:buNone/>
            </a:pPr>
            <a:r>
              <a:rPr lang="en-US" altLang="en-US" sz="2400" dirty="0" err="1">
                <a:solidFill>
                  <a:srgbClr val="000000"/>
                </a:solidFill>
                <a:cs typeface="Courier New" panose="02070309020205020404" pitchFamily="49" charset="0"/>
              </a:rPr>
              <a:t>int</a:t>
            </a:r>
            <a:r>
              <a:rPr lang="en-US" altLang="en-US" sz="2400" dirty="0">
                <a:solidFill>
                  <a:srgbClr val="000000"/>
                </a:solidFill>
                <a:cs typeface="Courier New" panose="02070309020205020404" pitchFamily="49" charset="0"/>
              </a:rPr>
              <a:t> count = 0;</a:t>
            </a:r>
            <a:endParaRPr lang="en-US" altLang="en-US" sz="2400" dirty="0">
              <a:solidFill>
                <a:srgbClr val="000000"/>
              </a:solidFill>
              <a:cs typeface="Times New Roman" panose="02020603050405020304" pitchFamily="18" charset="0"/>
            </a:endParaRPr>
          </a:p>
          <a:p>
            <a:pPr>
              <a:lnSpc>
                <a:spcPct val="90000"/>
              </a:lnSpc>
              <a:spcBef>
                <a:spcPct val="50000"/>
              </a:spcBef>
              <a:buFont typeface="Monotype Sorts"/>
              <a:buNone/>
            </a:pPr>
            <a:r>
              <a:rPr lang="en-US" altLang="en-US" sz="2400" dirty="0">
                <a:solidFill>
                  <a:srgbClr val="000000"/>
                </a:solidFill>
                <a:cs typeface="Courier New" panose="02070309020205020404" pitchFamily="49" charset="0"/>
              </a:rPr>
              <a:t>while (count &lt; 2) {</a:t>
            </a:r>
            <a:endParaRPr lang="en-US" altLang="en-US" sz="2400" dirty="0">
              <a:solidFill>
                <a:srgbClr val="000000"/>
              </a:solidFill>
              <a:cs typeface="Times New Roman" panose="02020603050405020304" pitchFamily="18" charset="0"/>
            </a:endParaRPr>
          </a:p>
          <a:p>
            <a:pPr>
              <a:lnSpc>
                <a:spcPct val="90000"/>
              </a:lnSpc>
              <a:spcBef>
                <a:spcPct val="50000"/>
              </a:spcBef>
              <a:buNone/>
            </a:pPr>
            <a:r>
              <a:rPr lang="en-US" altLang="en-US" sz="2400" dirty="0">
                <a:solidFill>
                  <a:srgbClr val="000000"/>
                </a:solidFill>
                <a:cs typeface="Courier New" panose="02070309020205020404" pitchFamily="49" charset="0"/>
              </a:rPr>
              <a:t> </a:t>
            </a:r>
            <a:r>
              <a:rPr lang="en-US" altLang="en-US" sz="2400" dirty="0" err="1">
                <a:solidFill>
                  <a:srgbClr val="000000"/>
                </a:solidFill>
                <a:cs typeface="Courier New" panose="02070309020205020404" pitchFamily="49" charset="0"/>
              </a:rPr>
              <a:t>cout</a:t>
            </a:r>
            <a:r>
              <a:rPr lang="en-US" altLang="en-US" sz="2400" dirty="0">
                <a:solidFill>
                  <a:srgbClr val="000000"/>
                </a:solidFill>
                <a:cs typeface="Courier New" panose="02070309020205020404" pitchFamily="49" charset="0"/>
              </a:rPr>
              <a:t> &lt;&lt;  "Welcome to C</a:t>
            </a:r>
            <a:r>
              <a:rPr lang="en-US" altLang="en-US" sz="2400" dirty="0" smtClean="0">
                <a:solidFill>
                  <a:srgbClr val="000000"/>
                </a:solidFill>
                <a:cs typeface="Courier New" panose="02070309020205020404" pitchFamily="49" charset="0"/>
              </a:rPr>
              <a:t>++!";</a:t>
            </a:r>
          </a:p>
          <a:p>
            <a:pPr>
              <a:lnSpc>
                <a:spcPct val="90000"/>
              </a:lnSpc>
              <a:spcBef>
                <a:spcPct val="50000"/>
              </a:spcBef>
              <a:buNone/>
            </a:pPr>
            <a:r>
              <a:rPr lang="en-US" altLang="en-US" sz="2400" dirty="0" smtClean="0">
                <a:solidFill>
                  <a:srgbClr val="000000"/>
                </a:solidFill>
                <a:cs typeface="Courier New" panose="02070309020205020404" pitchFamily="49" charset="0"/>
              </a:rPr>
              <a:t>  </a:t>
            </a:r>
            <a:r>
              <a:rPr lang="en-US" altLang="en-US" sz="2400" dirty="0">
                <a:solidFill>
                  <a:srgbClr val="000000"/>
                </a:solidFill>
                <a:cs typeface="Courier New" panose="02070309020205020404" pitchFamily="49" charset="0"/>
              </a:rPr>
              <a:t>count++;</a:t>
            </a:r>
            <a:endParaRPr lang="en-US" altLang="en-US" sz="2400" dirty="0">
              <a:solidFill>
                <a:srgbClr val="000000"/>
              </a:solidFill>
              <a:cs typeface="Times New Roman" panose="02020603050405020304" pitchFamily="18" charset="0"/>
            </a:endParaRPr>
          </a:p>
          <a:p>
            <a:pPr>
              <a:lnSpc>
                <a:spcPct val="90000"/>
              </a:lnSpc>
              <a:spcBef>
                <a:spcPct val="50000"/>
              </a:spcBef>
              <a:buFont typeface="Monotype Sorts"/>
              <a:buNone/>
            </a:pPr>
            <a:r>
              <a:rPr lang="en-US" altLang="en-US" sz="2400" dirty="0">
                <a:solidFill>
                  <a:srgbClr val="000000"/>
                </a:solidFill>
                <a:cs typeface="Courier New" panose="02070309020205020404" pitchFamily="49" charset="0"/>
              </a:rPr>
              <a:t>}</a:t>
            </a:r>
          </a:p>
        </p:txBody>
      </p:sp>
      <p:sp>
        <p:nvSpPr>
          <p:cNvPr id="15366" name="Rectangle 5"/>
          <p:cNvSpPr>
            <a:spLocks noChangeArrowheads="1"/>
          </p:cNvSpPr>
          <p:nvPr/>
        </p:nvSpPr>
        <p:spPr bwMode="auto">
          <a:xfrm>
            <a:off x="1824038" y="2166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5367" name="AutoShape 6"/>
          <p:cNvSpPr>
            <a:spLocks noChangeArrowheads="1"/>
          </p:cNvSpPr>
          <p:nvPr/>
        </p:nvSpPr>
        <p:spPr bwMode="auto">
          <a:xfrm>
            <a:off x="5257800" y="1219200"/>
            <a:ext cx="3538538" cy="635000"/>
          </a:xfrm>
          <a:prstGeom prst="wedgeRoundRectCallout">
            <a:avLst>
              <a:gd name="adj1" fmla="val -59333"/>
              <a:gd name="adj2" fmla="val 165250"/>
              <a:gd name="adj3" fmla="val 16667"/>
            </a:avLst>
          </a:prstGeom>
          <a:solidFill>
            <a:schemeClr val="accent1"/>
          </a:solidFill>
          <a:ln w="12700">
            <a:solidFill>
              <a:schemeClr val="tx1"/>
            </a:solidFill>
            <a:miter lim="800000"/>
            <a:headEnd type="none" w="sm" len="sm"/>
            <a:tailEnd type="none" w="sm" len="sm"/>
          </a:ln>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t>Print Welcome to Java</a:t>
            </a:r>
          </a:p>
        </p:txBody>
      </p:sp>
      <p:sp>
        <p:nvSpPr>
          <p:cNvPr id="15368" name="Rectangle 7"/>
          <p:cNvSpPr>
            <a:spLocks noChangeArrowheads="1"/>
          </p:cNvSpPr>
          <p:nvPr/>
        </p:nvSpPr>
        <p:spPr bwMode="auto">
          <a:xfrm>
            <a:off x="236561" y="2511425"/>
            <a:ext cx="5105400" cy="384175"/>
          </a:xfrm>
          <a:prstGeom prst="rect">
            <a:avLst/>
          </a:prstGeom>
          <a:solidFill>
            <a:schemeClr val="accent1">
              <a:alpha val="45097"/>
            </a:schemeClr>
          </a:solidFill>
          <a:ln w="12700">
            <a:solidFill>
              <a:schemeClr val="tx1"/>
            </a:solidFill>
            <a:miter lim="800000"/>
            <a:headEnd type="none" w="sm" len="sm"/>
            <a:tailEnd type="none" w="sm" len="sm"/>
          </a:ln>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5369" name="Rectangle 8"/>
          <p:cNvSpPr>
            <a:spLocks noChangeArrowheads="1"/>
          </p:cNvSpPr>
          <p:nvPr/>
        </p:nvSpPr>
        <p:spPr bwMode="auto">
          <a:xfrm>
            <a:off x="0" y="0"/>
            <a:ext cx="1524000" cy="381000"/>
          </a:xfrm>
          <a:prstGeom prst="rect">
            <a:avLst/>
          </a:prstGeom>
          <a:noFill/>
          <a:ln w="12700">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solidFill>
                  <a:schemeClr val="bg2"/>
                </a:solidFill>
                <a:latin typeface="Forte" panose="03060902040502070203" pitchFamily="66" charset="0"/>
              </a:rPr>
              <a:t>animation</a:t>
            </a:r>
          </a:p>
        </p:txBody>
      </p:sp>
    </p:spTree>
    <p:extLst>
      <p:ext uri="{BB962C8B-B14F-4D97-AF65-F5344CB8AC3E}">
        <p14:creationId xmlns:p14="http://schemas.microsoft.com/office/powerpoint/2010/main" val="2061026023"/>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D15A039F-33DB-46E0-86E2-93F761DDD535}" type="slidenum">
              <a:rPr lang="en-US" altLang="en-US" sz="1400"/>
              <a:pPr>
                <a:spcBef>
                  <a:spcPct val="0"/>
                </a:spcBef>
                <a:buClrTx/>
                <a:buSzTx/>
                <a:buFontTx/>
                <a:buNone/>
              </a:pPr>
              <a:t>44</a:t>
            </a:fld>
            <a:endParaRPr lang="en-US" altLang="en-US" sz="1400"/>
          </a:p>
        </p:txBody>
      </p:sp>
      <p:sp>
        <p:nvSpPr>
          <p:cNvPr id="16387" name="Rectangle 2"/>
          <p:cNvSpPr>
            <a:spLocks noGrp="1" noChangeArrowheads="1"/>
          </p:cNvSpPr>
          <p:nvPr>
            <p:ph type="title"/>
          </p:nvPr>
        </p:nvSpPr>
        <p:spPr>
          <a:xfrm>
            <a:off x="685800" y="228600"/>
            <a:ext cx="7772400" cy="762000"/>
          </a:xfrm>
        </p:spPr>
        <p:txBody>
          <a:bodyPr/>
          <a:lstStyle/>
          <a:p>
            <a:r>
              <a:rPr lang="en-US" altLang="en-US" smtClean="0"/>
              <a:t>Trace while Loop, cont.</a:t>
            </a:r>
          </a:p>
        </p:txBody>
      </p:sp>
      <p:sp>
        <p:nvSpPr>
          <p:cNvPr id="16388" name="Rectangle 3"/>
          <p:cNvSpPr>
            <a:spLocks noChangeArrowheads="1"/>
          </p:cNvSpPr>
          <p:nvPr/>
        </p:nvSpPr>
        <p:spPr bwMode="auto">
          <a:xfrm>
            <a:off x="1824038" y="2166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6389" name="Rectangle 4"/>
          <p:cNvSpPr>
            <a:spLocks noChangeArrowheads="1"/>
          </p:cNvSpPr>
          <p:nvPr/>
        </p:nvSpPr>
        <p:spPr bwMode="auto">
          <a:xfrm>
            <a:off x="228600" y="1447800"/>
            <a:ext cx="5334000" cy="2492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spcBef>
                <a:spcPct val="50000"/>
              </a:spcBef>
              <a:buFont typeface="Monotype Sorts"/>
              <a:buNone/>
            </a:pPr>
            <a:r>
              <a:rPr lang="en-US" altLang="en-US" sz="2400" dirty="0" err="1">
                <a:solidFill>
                  <a:srgbClr val="000000"/>
                </a:solidFill>
                <a:cs typeface="Courier New" panose="02070309020205020404" pitchFamily="49" charset="0"/>
              </a:rPr>
              <a:t>int</a:t>
            </a:r>
            <a:r>
              <a:rPr lang="en-US" altLang="en-US" sz="2400" dirty="0">
                <a:solidFill>
                  <a:srgbClr val="000000"/>
                </a:solidFill>
                <a:cs typeface="Courier New" panose="02070309020205020404" pitchFamily="49" charset="0"/>
              </a:rPr>
              <a:t> count = 0;</a:t>
            </a:r>
            <a:endParaRPr lang="en-US" altLang="en-US" sz="2400" dirty="0">
              <a:solidFill>
                <a:srgbClr val="000000"/>
              </a:solidFill>
              <a:cs typeface="Times New Roman" panose="02020603050405020304" pitchFamily="18" charset="0"/>
            </a:endParaRPr>
          </a:p>
          <a:p>
            <a:pPr>
              <a:lnSpc>
                <a:spcPct val="90000"/>
              </a:lnSpc>
              <a:spcBef>
                <a:spcPct val="50000"/>
              </a:spcBef>
              <a:buFont typeface="Monotype Sorts"/>
              <a:buNone/>
            </a:pPr>
            <a:r>
              <a:rPr lang="en-US" altLang="en-US" sz="2400" dirty="0">
                <a:solidFill>
                  <a:srgbClr val="000000"/>
                </a:solidFill>
                <a:cs typeface="Courier New" panose="02070309020205020404" pitchFamily="49" charset="0"/>
              </a:rPr>
              <a:t>while (count &lt; 2) {</a:t>
            </a:r>
            <a:endParaRPr lang="en-US" altLang="en-US" sz="2400" dirty="0">
              <a:solidFill>
                <a:srgbClr val="000000"/>
              </a:solidFill>
              <a:cs typeface="Times New Roman" panose="02020603050405020304" pitchFamily="18" charset="0"/>
            </a:endParaRPr>
          </a:p>
          <a:p>
            <a:pPr>
              <a:lnSpc>
                <a:spcPct val="90000"/>
              </a:lnSpc>
              <a:spcBef>
                <a:spcPct val="50000"/>
              </a:spcBef>
              <a:buNone/>
            </a:pPr>
            <a:r>
              <a:rPr lang="en-US" altLang="en-US" sz="2400" dirty="0">
                <a:solidFill>
                  <a:srgbClr val="000000"/>
                </a:solidFill>
                <a:cs typeface="Courier New" panose="02070309020205020404" pitchFamily="49" charset="0"/>
              </a:rPr>
              <a:t> </a:t>
            </a:r>
            <a:r>
              <a:rPr lang="en-US" altLang="en-US" sz="2400" dirty="0" err="1">
                <a:solidFill>
                  <a:srgbClr val="000000"/>
                </a:solidFill>
                <a:cs typeface="Courier New" panose="02070309020205020404" pitchFamily="49" charset="0"/>
              </a:rPr>
              <a:t>cout</a:t>
            </a:r>
            <a:r>
              <a:rPr lang="en-US" altLang="en-US" sz="2400" dirty="0">
                <a:solidFill>
                  <a:srgbClr val="000000"/>
                </a:solidFill>
                <a:cs typeface="Courier New" panose="02070309020205020404" pitchFamily="49" charset="0"/>
              </a:rPr>
              <a:t> &lt;&lt;  "Welcome to C++!";</a:t>
            </a:r>
            <a:endParaRPr lang="en-US" altLang="en-US" sz="2400" dirty="0">
              <a:solidFill>
                <a:srgbClr val="000000"/>
              </a:solidFill>
              <a:cs typeface="Times New Roman" panose="02020603050405020304" pitchFamily="18" charset="0"/>
            </a:endParaRPr>
          </a:p>
          <a:p>
            <a:pPr>
              <a:lnSpc>
                <a:spcPct val="90000"/>
              </a:lnSpc>
              <a:spcBef>
                <a:spcPct val="50000"/>
              </a:spcBef>
              <a:buFont typeface="Monotype Sorts"/>
              <a:buNone/>
            </a:pPr>
            <a:r>
              <a:rPr lang="en-US" altLang="en-US" sz="2400" dirty="0">
                <a:solidFill>
                  <a:srgbClr val="000000"/>
                </a:solidFill>
                <a:cs typeface="Courier New" panose="02070309020205020404" pitchFamily="49" charset="0"/>
              </a:rPr>
              <a:t>  count++;</a:t>
            </a:r>
            <a:endParaRPr lang="en-US" altLang="en-US" sz="2400" dirty="0">
              <a:solidFill>
                <a:srgbClr val="000000"/>
              </a:solidFill>
              <a:cs typeface="Times New Roman" panose="02020603050405020304" pitchFamily="18" charset="0"/>
            </a:endParaRPr>
          </a:p>
          <a:p>
            <a:pPr>
              <a:lnSpc>
                <a:spcPct val="90000"/>
              </a:lnSpc>
              <a:spcBef>
                <a:spcPct val="50000"/>
              </a:spcBef>
              <a:buFont typeface="Monotype Sorts"/>
              <a:buNone/>
            </a:pPr>
            <a:r>
              <a:rPr lang="en-US" altLang="en-US" sz="2400" dirty="0">
                <a:solidFill>
                  <a:srgbClr val="000000"/>
                </a:solidFill>
                <a:cs typeface="Courier New" panose="02070309020205020404" pitchFamily="49" charset="0"/>
              </a:rPr>
              <a:t>}</a:t>
            </a:r>
          </a:p>
        </p:txBody>
      </p:sp>
      <p:sp>
        <p:nvSpPr>
          <p:cNvPr id="16390" name="Rectangle 5"/>
          <p:cNvSpPr>
            <a:spLocks noChangeArrowheads="1"/>
          </p:cNvSpPr>
          <p:nvPr/>
        </p:nvSpPr>
        <p:spPr bwMode="auto">
          <a:xfrm>
            <a:off x="1824038" y="2166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6391" name="AutoShape 6"/>
          <p:cNvSpPr>
            <a:spLocks noChangeArrowheads="1"/>
          </p:cNvSpPr>
          <p:nvPr/>
        </p:nvSpPr>
        <p:spPr bwMode="auto">
          <a:xfrm>
            <a:off x="5257800" y="1219200"/>
            <a:ext cx="3538538" cy="635000"/>
          </a:xfrm>
          <a:prstGeom prst="wedgeRoundRectCallout">
            <a:avLst>
              <a:gd name="adj1" fmla="val -59333"/>
              <a:gd name="adj2" fmla="val 242000"/>
              <a:gd name="adj3" fmla="val 16667"/>
            </a:avLst>
          </a:prstGeom>
          <a:solidFill>
            <a:schemeClr val="accent1"/>
          </a:solidFill>
          <a:ln w="12700">
            <a:solidFill>
              <a:schemeClr val="tx1"/>
            </a:solidFill>
            <a:miter lim="800000"/>
            <a:headEnd type="none" w="sm" len="sm"/>
            <a:tailEnd type="none" w="sm" len="sm"/>
          </a:ln>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t>Increase count by 1</a:t>
            </a:r>
          </a:p>
          <a:p>
            <a:pPr algn="ctr">
              <a:spcBef>
                <a:spcPct val="0"/>
              </a:spcBef>
              <a:buClrTx/>
              <a:buSzTx/>
              <a:buFontTx/>
              <a:buNone/>
            </a:pPr>
            <a:r>
              <a:rPr lang="en-US" altLang="en-US" sz="1800"/>
              <a:t>count is 2 now</a:t>
            </a:r>
          </a:p>
        </p:txBody>
      </p:sp>
      <p:sp>
        <p:nvSpPr>
          <p:cNvPr id="16392" name="Rectangle 8"/>
          <p:cNvSpPr>
            <a:spLocks noChangeArrowheads="1"/>
          </p:cNvSpPr>
          <p:nvPr/>
        </p:nvSpPr>
        <p:spPr bwMode="auto">
          <a:xfrm>
            <a:off x="269875" y="2968625"/>
            <a:ext cx="5105400" cy="384175"/>
          </a:xfrm>
          <a:prstGeom prst="rect">
            <a:avLst/>
          </a:prstGeom>
          <a:solidFill>
            <a:schemeClr val="accent1">
              <a:alpha val="45097"/>
            </a:schemeClr>
          </a:solidFill>
          <a:ln w="12700">
            <a:solidFill>
              <a:schemeClr val="tx1"/>
            </a:solidFill>
            <a:miter lim="800000"/>
            <a:headEnd type="none" w="sm" len="sm"/>
            <a:tailEnd type="none" w="sm" len="sm"/>
          </a:ln>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6393" name="Rectangle 9"/>
          <p:cNvSpPr>
            <a:spLocks noChangeArrowheads="1"/>
          </p:cNvSpPr>
          <p:nvPr/>
        </p:nvSpPr>
        <p:spPr bwMode="auto">
          <a:xfrm>
            <a:off x="0" y="0"/>
            <a:ext cx="1524000" cy="381000"/>
          </a:xfrm>
          <a:prstGeom prst="rect">
            <a:avLst/>
          </a:prstGeom>
          <a:noFill/>
          <a:ln w="12700">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solidFill>
                  <a:schemeClr val="bg2"/>
                </a:solidFill>
                <a:latin typeface="Forte" panose="03060902040502070203" pitchFamily="66" charset="0"/>
              </a:rPr>
              <a:t>animation</a:t>
            </a:r>
          </a:p>
        </p:txBody>
      </p:sp>
    </p:spTree>
    <p:extLst>
      <p:ext uri="{BB962C8B-B14F-4D97-AF65-F5344CB8AC3E}">
        <p14:creationId xmlns:p14="http://schemas.microsoft.com/office/powerpoint/2010/main" val="4038137161"/>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6F718FE9-3A5A-4A20-90E3-15386E0AE897}" type="slidenum">
              <a:rPr lang="en-US" altLang="en-US" sz="1400"/>
              <a:pPr>
                <a:spcBef>
                  <a:spcPct val="0"/>
                </a:spcBef>
                <a:buClrTx/>
                <a:buSzTx/>
                <a:buFontTx/>
                <a:buNone/>
              </a:pPr>
              <a:t>45</a:t>
            </a:fld>
            <a:endParaRPr lang="en-US" altLang="en-US" sz="1400"/>
          </a:p>
        </p:txBody>
      </p:sp>
      <p:sp>
        <p:nvSpPr>
          <p:cNvPr id="17411" name="Rectangle 2"/>
          <p:cNvSpPr>
            <a:spLocks noGrp="1" noChangeArrowheads="1"/>
          </p:cNvSpPr>
          <p:nvPr>
            <p:ph type="title"/>
          </p:nvPr>
        </p:nvSpPr>
        <p:spPr>
          <a:xfrm>
            <a:off x="685800" y="228600"/>
            <a:ext cx="7772400" cy="762000"/>
          </a:xfrm>
        </p:spPr>
        <p:txBody>
          <a:bodyPr/>
          <a:lstStyle/>
          <a:p>
            <a:r>
              <a:rPr lang="en-US" altLang="en-US" smtClean="0"/>
              <a:t>Trace while Loop, cont.</a:t>
            </a:r>
          </a:p>
        </p:txBody>
      </p:sp>
      <p:sp>
        <p:nvSpPr>
          <p:cNvPr id="17412" name="Rectangle 3"/>
          <p:cNvSpPr>
            <a:spLocks noChangeArrowheads="1"/>
          </p:cNvSpPr>
          <p:nvPr/>
        </p:nvSpPr>
        <p:spPr bwMode="auto">
          <a:xfrm>
            <a:off x="1824038" y="2166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7413" name="Rectangle 4"/>
          <p:cNvSpPr>
            <a:spLocks noChangeArrowheads="1"/>
          </p:cNvSpPr>
          <p:nvPr/>
        </p:nvSpPr>
        <p:spPr bwMode="auto">
          <a:xfrm>
            <a:off x="228600" y="1447800"/>
            <a:ext cx="5334000" cy="2492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spcBef>
                <a:spcPct val="50000"/>
              </a:spcBef>
              <a:buFont typeface="Monotype Sorts"/>
              <a:buNone/>
            </a:pPr>
            <a:r>
              <a:rPr lang="en-US" altLang="en-US" sz="2400" dirty="0" err="1">
                <a:solidFill>
                  <a:srgbClr val="000000"/>
                </a:solidFill>
                <a:cs typeface="Courier New" panose="02070309020205020404" pitchFamily="49" charset="0"/>
              </a:rPr>
              <a:t>int</a:t>
            </a:r>
            <a:r>
              <a:rPr lang="en-US" altLang="en-US" sz="2400" dirty="0">
                <a:solidFill>
                  <a:srgbClr val="000000"/>
                </a:solidFill>
                <a:cs typeface="Courier New" panose="02070309020205020404" pitchFamily="49" charset="0"/>
              </a:rPr>
              <a:t> count = 0;</a:t>
            </a:r>
            <a:endParaRPr lang="en-US" altLang="en-US" sz="2400" dirty="0">
              <a:solidFill>
                <a:srgbClr val="000000"/>
              </a:solidFill>
              <a:cs typeface="Times New Roman" panose="02020603050405020304" pitchFamily="18" charset="0"/>
            </a:endParaRPr>
          </a:p>
          <a:p>
            <a:pPr>
              <a:lnSpc>
                <a:spcPct val="90000"/>
              </a:lnSpc>
              <a:spcBef>
                <a:spcPct val="50000"/>
              </a:spcBef>
              <a:buFont typeface="Monotype Sorts"/>
              <a:buNone/>
            </a:pPr>
            <a:r>
              <a:rPr lang="en-US" altLang="en-US" sz="2400" dirty="0">
                <a:solidFill>
                  <a:srgbClr val="000000"/>
                </a:solidFill>
                <a:cs typeface="Courier New" panose="02070309020205020404" pitchFamily="49" charset="0"/>
              </a:rPr>
              <a:t>while (count &lt; 2) {</a:t>
            </a:r>
            <a:endParaRPr lang="en-US" altLang="en-US" sz="2400" dirty="0">
              <a:solidFill>
                <a:srgbClr val="000000"/>
              </a:solidFill>
              <a:cs typeface="Times New Roman" panose="02020603050405020304" pitchFamily="18" charset="0"/>
            </a:endParaRPr>
          </a:p>
          <a:p>
            <a:pPr>
              <a:lnSpc>
                <a:spcPct val="90000"/>
              </a:lnSpc>
              <a:spcBef>
                <a:spcPct val="50000"/>
              </a:spcBef>
              <a:buNone/>
            </a:pPr>
            <a:r>
              <a:rPr lang="en-US" altLang="en-US" sz="2400" dirty="0">
                <a:solidFill>
                  <a:srgbClr val="000000"/>
                </a:solidFill>
                <a:cs typeface="Courier New" panose="02070309020205020404" pitchFamily="49" charset="0"/>
              </a:rPr>
              <a:t> </a:t>
            </a:r>
            <a:r>
              <a:rPr lang="en-US" altLang="en-US" sz="2400" dirty="0" err="1">
                <a:solidFill>
                  <a:srgbClr val="000000"/>
                </a:solidFill>
                <a:cs typeface="Courier New" panose="02070309020205020404" pitchFamily="49" charset="0"/>
              </a:rPr>
              <a:t>cout</a:t>
            </a:r>
            <a:r>
              <a:rPr lang="en-US" altLang="en-US" sz="2400" dirty="0">
                <a:solidFill>
                  <a:srgbClr val="000000"/>
                </a:solidFill>
                <a:cs typeface="Courier New" panose="02070309020205020404" pitchFamily="49" charset="0"/>
              </a:rPr>
              <a:t> &lt;&lt;  "Welcome to C</a:t>
            </a:r>
            <a:r>
              <a:rPr lang="en-US" altLang="en-US" sz="2400" dirty="0" smtClean="0">
                <a:solidFill>
                  <a:srgbClr val="000000"/>
                </a:solidFill>
                <a:cs typeface="Courier New" panose="02070309020205020404" pitchFamily="49" charset="0"/>
              </a:rPr>
              <a:t>++!";</a:t>
            </a:r>
          </a:p>
          <a:p>
            <a:pPr>
              <a:lnSpc>
                <a:spcPct val="90000"/>
              </a:lnSpc>
              <a:spcBef>
                <a:spcPct val="50000"/>
              </a:spcBef>
              <a:buNone/>
            </a:pPr>
            <a:r>
              <a:rPr lang="en-US" altLang="en-US" sz="2400" dirty="0" smtClean="0">
                <a:solidFill>
                  <a:srgbClr val="000000"/>
                </a:solidFill>
                <a:cs typeface="Courier New" panose="02070309020205020404" pitchFamily="49" charset="0"/>
              </a:rPr>
              <a:t>  </a:t>
            </a:r>
            <a:r>
              <a:rPr lang="en-US" altLang="en-US" sz="2400" dirty="0">
                <a:solidFill>
                  <a:srgbClr val="000000"/>
                </a:solidFill>
                <a:cs typeface="Courier New" panose="02070309020205020404" pitchFamily="49" charset="0"/>
              </a:rPr>
              <a:t>count++;</a:t>
            </a:r>
            <a:endParaRPr lang="en-US" altLang="en-US" sz="2400" dirty="0">
              <a:solidFill>
                <a:srgbClr val="000000"/>
              </a:solidFill>
              <a:cs typeface="Times New Roman" panose="02020603050405020304" pitchFamily="18" charset="0"/>
            </a:endParaRPr>
          </a:p>
          <a:p>
            <a:pPr>
              <a:lnSpc>
                <a:spcPct val="90000"/>
              </a:lnSpc>
              <a:spcBef>
                <a:spcPct val="50000"/>
              </a:spcBef>
              <a:buFont typeface="Monotype Sorts"/>
              <a:buNone/>
            </a:pPr>
            <a:r>
              <a:rPr lang="en-US" altLang="en-US" sz="2400" dirty="0">
                <a:solidFill>
                  <a:srgbClr val="000000"/>
                </a:solidFill>
                <a:cs typeface="Courier New" panose="02070309020205020404" pitchFamily="49" charset="0"/>
              </a:rPr>
              <a:t>}</a:t>
            </a:r>
          </a:p>
        </p:txBody>
      </p:sp>
      <p:sp>
        <p:nvSpPr>
          <p:cNvPr id="17414" name="Rectangle 5"/>
          <p:cNvSpPr>
            <a:spLocks noChangeArrowheads="1"/>
          </p:cNvSpPr>
          <p:nvPr/>
        </p:nvSpPr>
        <p:spPr bwMode="auto">
          <a:xfrm>
            <a:off x="1824038" y="2166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7415" name="AutoShape 6"/>
          <p:cNvSpPr>
            <a:spLocks noChangeArrowheads="1"/>
          </p:cNvSpPr>
          <p:nvPr/>
        </p:nvSpPr>
        <p:spPr bwMode="auto">
          <a:xfrm>
            <a:off x="5262563" y="1201738"/>
            <a:ext cx="3538537" cy="635000"/>
          </a:xfrm>
          <a:prstGeom prst="wedgeRoundRectCallout">
            <a:avLst>
              <a:gd name="adj1" fmla="val -63639"/>
              <a:gd name="adj2" fmla="val 110750"/>
              <a:gd name="adj3" fmla="val 16667"/>
            </a:avLst>
          </a:prstGeom>
          <a:solidFill>
            <a:schemeClr val="accent1"/>
          </a:solidFill>
          <a:ln w="12700">
            <a:solidFill>
              <a:schemeClr val="tx1"/>
            </a:solidFill>
            <a:miter lim="800000"/>
            <a:headEnd type="none" w="sm" len="sm"/>
            <a:tailEnd type="none" w="sm" len="sm"/>
          </a:ln>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t>(count &lt; 2) is false since count is 2 now</a:t>
            </a:r>
          </a:p>
        </p:txBody>
      </p:sp>
      <p:sp>
        <p:nvSpPr>
          <p:cNvPr id="17416" name="Rectangle 7"/>
          <p:cNvSpPr>
            <a:spLocks noChangeArrowheads="1"/>
          </p:cNvSpPr>
          <p:nvPr/>
        </p:nvSpPr>
        <p:spPr bwMode="auto">
          <a:xfrm>
            <a:off x="309563" y="2008188"/>
            <a:ext cx="5143500" cy="384175"/>
          </a:xfrm>
          <a:prstGeom prst="rect">
            <a:avLst/>
          </a:prstGeom>
          <a:solidFill>
            <a:schemeClr val="accent1">
              <a:alpha val="45097"/>
            </a:schemeClr>
          </a:solidFill>
          <a:ln w="12700">
            <a:solidFill>
              <a:schemeClr val="tx1"/>
            </a:solidFill>
            <a:miter lim="800000"/>
            <a:headEnd type="none" w="sm" len="sm"/>
            <a:tailEnd type="none" w="sm" len="sm"/>
          </a:ln>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7417" name="Rectangle 8"/>
          <p:cNvSpPr>
            <a:spLocks noChangeArrowheads="1"/>
          </p:cNvSpPr>
          <p:nvPr/>
        </p:nvSpPr>
        <p:spPr bwMode="auto">
          <a:xfrm>
            <a:off x="0" y="0"/>
            <a:ext cx="1524000" cy="381000"/>
          </a:xfrm>
          <a:prstGeom prst="rect">
            <a:avLst/>
          </a:prstGeom>
          <a:noFill/>
          <a:ln w="12700">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solidFill>
                  <a:schemeClr val="bg2"/>
                </a:solidFill>
                <a:latin typeface="Forte" panose="03060902040502070203" pitchFamily="66" charset="0"/>
              </a:rPr>
              <a:t>animation</a:t>
            </a:r>
          </a:p>
        </p:txBody>
      </p:sp>
    </p:spTree>
    <p:extLst>
      <p:ext uri="{BB962C8B-B14F-4D97-AF65-F5344CB8AC3E}">
        <p14:creationId xmlns:p14="http://schemas.microsoft.com/office/powerpoint/2010/main" val="2445575738"/>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73104A9E-C2BA-49D1-9A8C-C1BC2FA5F7E2}" type="slidenum">
              <a:rPr lang="en-US" altLang="en-US" sz="1400"/>
              <a:pPr>
                <a:spcBef>
                  <a:spcPct val="0"/>
                </a:spcBef>
                <a:buClrTx/>
                <a:buSzTx/>
                <a:buFontTx/>
                <a:buNone/>
              </a:pPr>
              <a:t>46</a:t>
            </a:fld>
            <a:endParaRPr lang="en-US" altLang="en-US" sz="1400"/>
          </a:p>
        </p:txBody>
      </p:sp>
      <p:sp>
        <p:nvSpPr>
          <p:cNvPr id="18435" name="Rectangle 2"/>
          <p:cNvSpPr>
            <a:spLocks noGrp="1" noChangeArrowheads="1"/>
          </p:cNvSpPr>
          <p:nvPr>
            <p:ph type="title"/>
          </p:nvPr>
        </p:nvSpPr>
        <p:spPr>
          <a:xfrm>
            <a:off x="685800" y="228600"/>
            <a:ext cx="7772400" cy="762000"/>
          </a:xfrm>
        </p:spPr>
        <p:txBody>
          <a:bodyPr/>
          <a:lstStyle/>
          <a:p>
            <a:r>
              <a:rPr lang="en-US" altLang="en-US" smtClean="0"/>
              <a:t>Trace while Loop</a:t>
            </a:r>
          </a:p>
        </p:txBody>
      </p:sp>
      <p:sp>
        <p:nvSpPr>
          <p:cNvPr id="18436" name="Rectangle 3"/>
          <p:cNvSpPr>
            <a:spLocks noChangeArrowheads="1"/>
          </p:cNvSpPr>
          <p:nvPr/>
        </p:nvSpPr>
        <p:spPr bwMode="auto">
          <a:xfrm>
            <a:off x="1824038" y="2166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8437" name="Rectangle 4"/>
          <p:cNvSpPr>
            <a:spLocks noChangeArrowheads="1"/>
          </p:cNvSpPr>
          <p:nvPr/>
        </p:nvSpPr>
        <p:spPr bwMode="auto">
          <a:xfrm>
            <a:off x="228600" y="1447800"/>
            <a:ext cx="5334000" cy="300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spcBef>
                <a:spcPct val="50000"/>
              </a:spcBef>
              <a:buFont typeface="Monotype Sorts"/>
              <a:buNone/>
            </a:pPr>
            <a:r>
              <a:rPr lang="en-US" altLang="en-US" sz="2400" dirty="0" err="1">
                <a:solidFill>
                  <a:srgbClr val="000000"/>
                </a:solidFill>
                <a:cs typeface="Courier New" panose="02070309020205020404" pitchFamily="49" charset="0"/>
              </a:rPr>
              <a:t>int</a:t>
            </a:r>
            <a:r>
              <a:rPr lang="en-US" altLang="en-US" sz="2400" dirty="0">
                <a:solidFill>
                  <a:srgbClr val="000000"/>
                </a:solidFill>
                <a:cs typeface="Courier New" panose="02070309020205020404" pitchFamily="49" charset="0"/>
              </a:rPr>
              <a:t> count = 0;</a:t>
            </a:r>
            <a:endParaRPr lang="en-US" altLang="en-US" sz="2400" dirty="0">
              <a:solidFill>
                <a:srgbClr val="000000"/>
              </a:solidFill>
              <a:cs typeface="Times New Roman" panose="02020603050405020304" pitchFamily="18" charset="0"/>
            </a:endParaRPr>
          </a:p>
          <a:p>
            <a:pPr>
              <a:lnSpc>
                <a:spcPct val="90000"/>
              </a:lnSpc>
              <a:spcBef>
                <a:spcPct val="50000"/>
              </a:spcBef>
              <a:buFont typeface="Monotype Sorts"/>
              <a:buNone/>
            </a:pPr>
            <a:r>
              <a:rPr lang="en-US" altLang="en-US" sz="2400" dirty="0">
                <a:solidFill>
                  <a:srgbClr val="000000"/>
                </a:solidFill>
                <a:cs typeface="Courier New" panose="02070309020205020404" pitchFamily="49" charset="0"/>
              </a:rPr>
              <a:t>while (count &lt; 2) {</a:t>
            </a:r>
            <a:endParaRPr lang="en-US" altLang="en-US" sz="2400" dirty="0">
              <a:solidFill>
                <a:srgbClr val="000000"/>
              </a:solidFill>
              <a:cs typeface="Times New Roman" panose="02020603050405020304" pitchFamily="18" charset="0"/>
            </a:endParaRPr>
          </a:p>
          <a:p>
            <a:pPr>
              <a:lnSpc>
                <a:spcPct val="90000"/>
              </a:lnSpc>
              <a:spcBef>
                <a:spcPct val="50000"/>
              </a:spcBef>
              <a:buNone/>
            </a:pPr>
            <a:r>
              <a:rPr lang="en-US" altLang="en-US" sz="2400" dirty="0">
                <a:solidFill>
                  <a:srgbClr val="000000"/>
                </a:solidFill>
                <a:cs typeface="Courier New" panose="02070309020205020404" pitchFamily="49" charset="0"/>
              </a:rPr>
              <a:t> </a:t>
            </a:r>
            <a:r>
              <a:rPr lang="en-US" altLang="en-US" sz="2400" dirty="0" err="1">
                <a:solidFill>
                  <a:srgbClr val="000000"/>
                </a:solidFill>
                <a:cs typeface="Courier New" panose="02070309020205020404" pitchFamily="49" charset="0"/>
              </a:rPr>
              <a:t>cout</a:t>
            </a:r>
            <a:r>
              <a:rPr lang="en-US" altLang="en-US" sz="2400" dirty="0">
                <a:solidFill>
                  <a:srgbClr val="000000"/>
                </a:solidFill>
                <a:cs typeface="Courier New" panose="02070309020205020404" pitchFamily="49" charset="0"/>
              </a:rPr>
              <a:t> &lt;&lt;  "Welcome to C++!";</a:t>
            </a:r>
            <a:endParaRPr lang="en-US" altLang="en-US" sz="2400" dirty="0">
              <a:solidFill>
                <a:srgbClr val="000000"/>
              </a:solidFill>
              <a:cs typeface="Times New Roman" panose="02020603050405020304" pitchFamily="18" charset="0"/>
            </a:endParaRPr>
          </a:p>
          <a:p>
            <a:pPr>
              <a:lnSpc>
                <a:spcPct val="90000"/>
              </a:lnSpc>
              <a:spcBef>
                <a:spcPct val="50000"/>
              </a:spcBef>
              <a:buFont typeface="Monotype Sorts"/>
              <a:buNone/>
            </a:pPr>
            <a:r>
              <a:rPr lang="en-US" altLang="en-US" sz="2400" dirty="0">
                <a:solidFill>
                  <a:srgbClr val="000000"/>
                </a:solidFill>
                <a:cs typeface="Courier New" panose="02070309020205020404" pitchFamily="49" charset="0"/>
              </a:rPr>
              <a:t>  count++;</a:t>
            </a:r>
            <a:endParaRPr lang="en-US" altLang="en-US" sz="2400" dirty="0">
              <a:solidFill>
                <a:srgbClr val="000000"/>
              </a:solidFill>
              <a:cs typeface="Times New Roman" panose="02020603050405020304" pitchFamily="18" charset="0"/>
            </a:endParaRPr>
          </a:p>
          <a:p>
            <a:pPr>
              <a:lnSpc>
                <a:spcPct val="90000"/>
              </a:lnSpc>
              <a:spcBef>
                <a:spcPct val="50000"/>
              </a:spcBef>
              <a:buFont typeface="Monotype Sorts"/>
              <a:buNone/>
            </a:pPr>
            <a:r>
              <a:rPr lang="en-US" altLang="en-US" sz="2400" dirty="0">
                <a:solidFill>
                  <a:srgbClr val="000000"/>
                </a:solidFill>
                <a:cs typeface="Courier New" panose="02070309020205020404" pitchFamily="49" charset="0"/>
              </a:rPr>
              <a:t>}</a:t>
            </a:r>
          </a:p>
          <a:p>
            <a:pPr>
              <a:lnSpc>
                <a:spcPct val="90000"/>
              </a:lnSpc>
              <a:spcBef>
                <a:spcPct val="50000"/>
              </a:spcBef>
              <a:buFont typeface="Monotype Sorts"/>
              <a:buNone/>
            </a:pPr>
            <a:endParaRPr lang="en-US" altLang="en-US" sz="2400" dirty="0">
              <a:solidFill>
                <a:schemeClr val="bg2"/>
              </a:solidFill>
              <a:cs typeface="Courier New" panose="02070309020205020404" pitchFamily="49" charset="0"/>
            </a:endParaRPr>
          </a:p>
        </p:txBody>
      </p:sp>
      <p:sp>
        <p:nvSpPr>
          <p:cNvPr id="18438" name="Rectangle 5"/>
          <p:cNvSpPr>
            <a:spLocks noChangeArrowheads="1"/>
          </p:cNvSpPr>
          <p:nvPr/>
        </p:nvSpPr>
        <p:spPr bwMode="auto">
          <a:xfrm>
            <a:off x="1824038" y="2166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8439" name="AutoShape 6"/>
          <p:cNvSpPr>
            <a:spLocks noChangeArrowheads="1"/>
          </p:cNvSpPr>
          <p:nvPr/>
        </p:nvSpPr>
        <p:spPr bwMode="auto">
          <a:xfrm>
            <a:off x="5262563" y="1201738"/>
            <a:ext cx="3538537" cy="635000"/>
          </a:xfrm>
          <a:prstGeom prst="wedgeRoundRectCallout">
            <a:avLst>
              <a:gd name="adj1" fmla="val -64222"/>
              <a:gd name="adj2" fmla="val 411500"/>
              <a:gd name="adj3" fmla="val 16667"/>
            </a:avLst>
          </a:prstGeom>
          <a:solidFill>
            <a:schemeClr val="accent1"/>
          </a:solidFill>
          <a:ln w="12700">
            <a:solidFill>
              <a:schemeClr val="tx1"/>
            </a:solidFill>
            <a:miter lim="800000"/>
            <a:headEnd type="none" w="sm" len="sm"/>
            <a:tailEnd type="none" w="sm" len="sm"/>
          </a:ln>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t>The loop exits. Execute the next statement after the loop.</a:t>
            </a:r>
          </a:p>
        </p:txBody>
      </p:sp>
      <p:sp>
        <p:nvSpPr>
          <p:cNvPr id="18440" name="Rectangle 8"/>
          <p:cNvSpPr>
            <a:spLocks noChangeArrowheads="1"/>
          </p:cNvSpPr>
          <p:nvPr/>
        </p:nvSpPr>
        <p:spPr bwMode="auto">
          <a:xfrm>
            <a:off x="309563" y="3967163"/>
            <a:ext cx="5143500" cy="384175"/>
          </a:xfrm>
          <a:prstGeom prst="rect">
            <a:avLst/>
          </a:prstGeom>
          <a:solidFill>
            <a:schemeClr val="accent1">
              <a:alpha val="45097"/>
            </a:schemeClr>
          </a:solidFill>
          <a:ln w="12700">
            <a:solidFill>
              <a:schemeClr val="tx1"/>
            </a:solidFill>
            <a:miter lim="800000"/>
            <a:headEnd type="none" w="sm" len="sm"/>
            <a:tailEnd type="none" w="sm" len="sm"/>
          </a:ln>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8441" name="Rectangle 9"/>
          <p:cNvSpPr>
            <a:spLocks noChangeArrowheads="1"/>
          </p:cNvSpPr>
          <p:nvPr/>
        </p:nvSpPr>
        <p:spPr bwMode="auto">
          <a:xfrm>
            <a:off x="0" y="0"/>
            <a:ext cx="1524000" cy="381000"/>
          </a:xfrm>
          <a:prstGeom prst="rect">
            <a:avLst/>
          </a:prstGeom>
          <a:noFill/>
          <a:ln w="12700">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solidFill>
                  <a:schemeClr val="bg2"/>
                </a:solidFill>
                <a:latin typeface="Forte" panose="03060902040502070203" pitchFamily="66" charset="0"/>
              </a:rPr>
              <a:t>animation</a:t>
            </a:r>
          </a:p>
        </p:txBody>
      </p:sp>
    </p:spTree>
    <p:extLst>
      <p:ext uri="{BB962C8B-B14F-4D97-AF65-F5344CB8AC3E}">
        <p14:creationId xmlns:p14="http://schemas.microsoft.com/office/powerpoint/2010/main" val="1172772793"/>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a:solidFill>
                  <a:srgbClr val="24B5A1"/>
                </a:solidFill>
                <a:latin typeface="Arial"/>
              </a:rPr>
              <a:t>4.8  </a:t>
            </a:r>
            <a:r>
              <a:rPr lang="en-US" dirty="0">
                <a:solidFill>
                  <a:srgbClr val="3380E6"/>
                </a:solidFill>
                <a:latin typeface="Consolas" panose="020B0609020204030204" pitchFamily="49" charset="0"/>
              </a:rPr>
              <a:t>while</a:t>
            </a:r>
            <a:r>
              <a:rPr lang="en-US" dirty="0">
                <a:solidFill>
                  <a:srgbClr val="3380E6"/>
                </a:solidFill>
                <a:latin typeface="Arial"/>
              </a:rPr>
              <a:t> Iteration Statement</a:t>
            </a:r>
          </a:p>
        </p:txBody>
      </p:sp>
      <p:sp>
        <p:nvSpPr>
          <p:cNvPr id="56323" name="Text Placeholder 2"/>
          <p:cNvSpPr>
            <a:spLocks noGrp="1"/>
          </p:cNvSpPr>
          <p:nvPr>
            <p:ph type="body" idx="1"/>
          </p:nvPr>
        </p:nvSpPr>
        <p:spPr/>
        <p:txBody>
          <a:bodyPr/>
          <a:lstStyle/>
          <a:p>
            <a:pPr eaLnBrk="1" hangingPunct="1">
              <a:lnSpc>
                <a:spcPct val="90000"/>
              </a:lnSpc>
            </a:pPr>
            <a:r>
              <a:rPr lang="en-US" altLang="en-US" sz="2500" dirty="0">
                <a:solidFill>
                  <a:srgbClr val="000000"/>
                </a:solidFill>
                <a:latin typeface="Cambria" panose="02040503050406030204" pitchFamily="18" charset="0"/>
              </a:rPr>
              <a:t>An iteration</a:t>
            </a:r>
            <a:r>
              <a:rPr lang="en-US" altLang="en-US" sz="2500" dirty="0">
                <a:solidFill>
                  <a:srgbClr val="0000FF"/>
                </a:solidFill>
                <a:latin typeface="Cambria" panose="02040503050406030204" pitchFamily="18" charset="0"/>
              </a:rPr>
              <a:t> statement</a:t>
            </a:r>
            <a:r>
              <a:rPr lang="en-US" altLang="en-US" sz="2500" dirty="0">
                <a:solidFill>
                  <a:srgbClr val="000000"/>
                </a:solidFill>
                <a:latin typeface="Cambria" panose="02040503050406030204" pitchFamily="18" charset="0"/>
              </a:rPr>
              <a:t> (also called a </a:t>
            </a:r>
            <a:r>
              <a:rPr lang="en-US" altLang="en-US" sz="2500" dirty="0">
                <a:solidFill>
                  <a:srgbClr val="0000FF"/>
                </a:solidFill>
                <a:latin typeface="Cambria" panose="02040503050406030204" pitchFamily="18" charset="0"/>
              </a:rPr>
              <a:t>looping statement</a:t>
            </a:r>
            <a:r>
              <a:rPr lang="en-US" altLang="en-US" sz="2500" dirty="0">
                <a:solidFill>
                  <a:srgbClr val="000000"/>
                </a:solidFill>
                <a:latin typeface="Cambria" panose="02040503050406030204" pitchFamily="18" charset="0"/>
              </a:rPr>
              <a:t> or a </a:t>
            </a:r>
            <a:r>
              <a:rPr lang="en-US" altLang="en-US" sz="2500" dirty="0">
                <a:solidFill>
                  <a:srgbClr val="0000FF"/>
                </a:solidFill>
                <a:latin typeface="Cambria" panose="02040503050406030204" pitchFamily="18" charset="0"/>
              </a:rPr>
              <a:t>loop</a:t>
            </a:r>
            <a:r>
              <a:rPr lang="en-US" altLang="en-US" sz="2500" dirty="0">
                <a:solidFill>
                  <a:srgbClr val="000000"/>
                </a:solidFill>
                <a:latin typeface="Cambria" panose="02040503050406030204" pitchFamily="18" charset="0"/>
              </a:rPr>
              <a:t>) allows you to specify that a program should repeat an action while some condition remains true.</a:t>
            </a:r>
          </a:p>
          <a:p>
            <a:pPr lvl="3" eaLnBrk="1" hangingPunct="1">
              <a:lnSpc>
                <a:spcPct val="90000"/>
              </a:lnSpc>
            </a:pPr>
            <a:r>
              <a:rPr lang="en-US" altLang="en-US" sz="1800" i="1" dirty="0">
                <a:solidFill>
                  <a:srgbClr val="0026CC"/>
                </a:solidFill>
                <a:latin typeface="Cambria" panose="02040503050406030204" pitchFamily="18" charset="0"/>
              </a:rPr>
              <a:t>While there are more items on my shopping list</a:t>
            </a:r>
            <a:br>
              <a:rPr lang="en-US" altLang="en-US" sz="1800" i="1" dirty="0">
                <a:solidFill>
                  <a:srgbClr val="0026CC"/>
                </a:solidFill>
                <a:latin typeface="Cambria" panose="02040503050406030204" pitchFamily="18" charset="0"/>
              </a:rPr>
            </a:br>
            <a:r>
              <a:rPr lang="en-US" altLang="en-US" sz="1800" i="1" dirty="0">
                <a:solidFill>
                  <a:srgbClr val="0026CC"/>
                </a:solidFill>
                <a:latin typeface="Cambria" panose="02040503050406030204" pitchFamily="18" charset="0"/>
              </a:rPr>
              <a:t>Purchase next item and cross it off my list</a:t>
            </a:r>
          </a:p>
          <a:p>
            <a:pPr eaLnBrk="1" hangingPunct="1">
              <a:lnSpc>
                <a:spcPct val="90000"/>
              </a:lnSpc>
            </a:pPr>
            <a:r>
              <a:rPr lang="en-US" altLang="en-US" sz="2500" dirty="0">
                <a:solidFill>
                  <a:srgbClr val="000000"/>
                </a:solidFill>
                <a:latin typeface="Cambria" panose="02040503050406030204" pitchFamily="18" charset="0"/>
              </a:rPr>
              <a:t>“There are more items on my shopping list” is true or false.</a:t>
            </a:r>
          </a:p>
          <a:p>
            <a:pPr lvl="1" eaLnBrk="1" hangingPunct="1">
              <a:lnSpc>
                <a:spcPct val="90000"/>
              </a:lnSpc>
            </a:pPr>
            <a:r>
              <a:rPr lang="en-US" altLang="en-US" sz="2100" dirty="0">
                <a:solidFill>
                  <a:srgbClr val="000000"/>
                </a:solidFill>
                <a:latin typeface="Cambria" panose="02040503050406030204" pitchFamily="18" charset="0"/>
              </a:rPr>
              <a:t>If true, “Purchase next item and cross it off my list” is performed.</a:t>
            </a:r>
          </a:p>
          <a:p>
            <a:pPr lvl="2" eaLnBrk="1" hangingPunct="1">
              <a:lnSpc>
                <a:spcPct val="90000"/>
              </a:lnSpc>
            </a:pPr>
            <a:r>
              <a:rPr lang="en-US" altLang="en-US" sz="1900" dirty="0">
                <a:solidFill>
                  <a:srgbClr val="000000"/>
                </a:solidFill>
                <a:latin typeface="Cambria" panose="02040503050406030204" pitchFamily="18" charset="0"/>
              </a:rPr>
              <a:t>Performed repeatedly while the condition remains true.</a:t>
            </a:r>
          </a:p>
          <a:p>
            <a:pPr lvl="1" eaLnBrk="1" hangingPunct="1">
              <a:lnSpc>
                <a:spcPct val="90000"/>
              </a:lnSpc>
            </a:pPr>
            <a:r>
              <a:rPr lang="en-US" altLang="en-US" sz="2100" dirty="0">
                <a:solidFill>
                  <a:srgbClr val="000000"/>
                </a:solidFill>
                <a:latin typeface="Cambria" panose="02040503050406030204" pitchFamily="18" charset="0"/>
              </a:rPr>
              <a:t>The statement contained in the </a:t>
            </a:r>
            <a:r>
              <a:rPr lang="en-US" altLang="en-US" sz="2100" i="1" dirty="0">
                <a:solidFill>
                  <a:srgbClr val="000000"/>
                </a:solidFill>
                <a:latin typeface="Cambria" panose="02040503050406030204" pitchFamily="18" charset="0"/>
              </a:rPr>
              <a:t>While </a:t>
            </a:r>
            <a:r>
              <a:rPr lang="en-US" altLang="en-US" sz="2100" dirty="0">
                <a:solidFill>
                  <a:srgbClr val="000000"/>
                </a:solidFill>
                <a:latin typeface="Cambria" panose="02040503050406030204" pitchFamily="18" charset="0"/>
              </a:rPr>
              <a:t>iteration statement constitutes the body of the </a:t>
            </a:r>
            <a:r>
              <a:rPr lang="en-US" altLang="en-US" sz="2100" i="1" dirty="0">
                <a:solidFill>
                  <a:srgbClr val="000000"/>
                </a:solidFill>
                <a:latin typeface="Cambria" panose="02040503050406030204" pitchFamily="18" charset="0"/>
              </a:rPr>
              <a:t>While</a:t>
            </a:r>
          </a:p>
          <a:p>
            <a:pPr lvl="1" eaLnBrk="1" hangingPunct="1">
              <a:lnSpc>
                <a:spcPct val="90000"/>
              </a:lnSpc>
            </a:pPr>
            <a:r>
              <a:rPr lang="en-US" altLang="en-US" sz="2100" dirty="0">
                <a:solidFill>
                  <a:srgbClr val="000000"/>
                </a:solidFill>
                <a:latin typeface="Cambria" panose="02040503050406030204" pitchFamily="18" charset="0"/>
              </a:rPr>
              <a:t>Eventually, the condition will become false, the iteration will terminate, and the first pseudocode statement after the iteration statement will execute.</a:t>
            </a:r>
          </a:p>
        </p:txBody>
      </p:sp>
      <p:sp>
        <p:nvSpPr>
          <p:cNvPr id="60420"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extLst>
      <p:ext uri="{BB962C8B-B14F-4D97-AF65-F5344CB8AC3E}">
        <p14:creationId xmlns:p14="http://schemas.microsoft.com/office/powerpoint/2010/main" val="433610414"/>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fontAlgn="auto" hangingPunct="1">
              <a:spcAft>
                <a:spcPts val="0"/>
              </a:spcAft>
              <a:defRPr/>
            </a:pPr>
            <a:r>
              <a:rPr lang="en-US" dirty="0">
                <a:solidFill>
                  <a:srgbClr val="24B5A1"/>
                </a:solidFill>
                <a:latin typeface="Arial"/>
              </a:rPr>
              <a:t>4.8  </a:t>
            </a:r>
            <a:r>
              <a:rPr lang="en-US" dirty="0">
                <a:solidFill>
                  <a:srgbClr val="3380E6"/>
                </a:solidFill>
                <a:latin typeface="Consolas" panose="020B0609020204030204" pitchFamily="49" charset="0"/>
              </a:rPr>
              <a:t>while</a:t>
            </a:r>
            <a:r>
              <a:rPr lang="en-US" dirty="0">
                <a:solidFill>
                  <a:srgbClr val="3380E6"/>
                </a:solidFill>
                <a:latin typeface="Arial"/>
              </a:rPr>
              <a:t> Iteration Statement (cont.)</a:t>
            </a:r>
          </a:p>
        </p:txBody>
      </p:sp>
      <p:sp>
        <p:nvSpPr>
          <p:cNvPr id="57347" name="Text Placeholder 2"/>
          <p:cNvSpPr>
            <a:spLocks noGrp="1"/>
          </p:cNvSpPr>
          <p:nvPr>
            <p:ph type="body" idx="1"/>
          </p:nvPr>
        </p:nvSpPr>
        <p:spPr/>
        <p:txBody>
          <a:bodyPr/>
          <a:lstStyle/>
          <a:p>
            <a:pPr eaLnBrk="1" hangingPunct="1"/>
            <a:r>
              <a:rPr lang="en-US" altLang="en-US" dirty="0">
                <a:solidFill>
                  <a:srgbClr val="000000"/>
                </a:solidFill>
                <a:latin typeface="Cambria" panose="02040503050406030204" pitchFamily="18" charset="0"/>
              </a:rPr>
              <a:t>Consider a program segment that finds the first power of 3 larger than 100. When the following </a:t>
            </a:r>
            <a:r>
              <a:rPr lang="en-US" altLang="en-US" dirty="0">
                <a:solidFill>
                  <a:srgbClr val="000000"/>
                </a:solidFill>
                <a:latin typeface="Consolas" panose="020B0609020204030204" pitchFamily="49" charset="0"/>
              </a:rPr>
              <a:t>while</a:t>
            </a:r>
            <a:r>
              <a:rPr lang="en-US" altLang="en-US" dirty="0">
                <a:solidFill>
                  <a:srgbClr val="000000"/>
                </a:solidFill>
                <a:latin typeface="Cambria" panose="02040503050406030204" pitchFamily="18" charset="0"/>
              </a:rPr>
              <a:t> iteration statement finishes executing, </a:t>
            </a:r>
            <a:r>
              <a:rPr lang="en-US" altLang="en-US" dirty="0">
                <a:solidFill>
                  <a:srgbClr val="000000"/>
                </a:solidFill>
                <a:latin typeface="Consolas" panose="020B0609020204030204" pitchFamily="49" charset="0"/>
              </a:rPr>
              <a:t>product</a:t>
            </a:r>
            <a:r>
              <a:rPr lang="en-US" altLang="en-US" dirty="0">
                <a:solidFill>
                  <a:srgbClr val="000000"/>
                </a:solidFill>
                <a:latin typeface="Cambria" panose="02040503050406030204" pitchFamily="18" charset="0"/>
              </a:rPr>
              <a:t> contains the result:</a:t>
            </a:r>
          </a:p>
          <a:p>
            <a:pPr lvl="2" eaLnBrk="1" hangingPunct="1"/>
            <a:r>
              <a:rPr lang="en-US" altLang="en-US" dirty="0">
                <a:solidFill>
                  <a:srgbClr val="0000FF"/>
                </a:solidFill>
                <a:latin typeface="Consolas" panose="020B0609020204030204" pitchFamily="49" charset="0"/>
              </a:rPr>
              <a:t>int</a:t>
            </a:r>
            <a:r>
              <a:rPr lang="en-US" altLang="en-US" dirty="0">
                <a:solidFill>
                  <a:srgbClr val="000000"/>
                </a:solidFill>
                <a:latin typeface="Consolas" panose="020B0609020204030204" pitchFamily="49" charset="0"/>
              </a:rPr>
              <a:t> product = </a:t>
            </a:r>
            <a:r>
              <a:rPr lang="en-US" altLang="en-US" dirty="0">
                <a:solidFill>
                  <a:srgbClr val="128AFF"/>
                </a:solidFill>
                <a:latin typeface="Consolas" panose="020B0609020204030204" pitchFamily="49" charset="0"/>
              </a:rPr>
              <a:t>3</a:t>
            </a:r>
            <a:r>
              <a:rPr lang="en-US" altLang="en-US" dirty="0">
                <a:solidFill>
                  <a:srgbClr val="000000"/>
                </a:solidFill>
                <a:latin typeface="Consolas" panose="020B0609020204030204" pitchFamily="49" charset="0"/>
              </a:rPr>
              <a:t>;</a:t>
            </a:r>
            <a:br>
              <a:rPr lang="en-US" altLang="en-US" dirty="0">
                <a:solidFill>
                  <a:srgbClr val="000000"/>
                </a:solidFill>
                <a:latin typeface="Consolas" panose="020B0609020204030204" pitchFamily="49" charset="0"/>
              </a:rPr>
            </a:br>
            <a:r>
              <a:rPr lang="en-US" altLang="en-US" dirty="0">
                <a:solidFill>
                  <a:srgbClr val="000000"/>
                </a:solidFill>
                <a:latin typeface="Consolas" panose="020B0609020204030204" pitchFamily="49" charset="0"/>
              </a:rPr>
              <a:t/>
            </a:r>
            <a:br>
              <a:rPr lang="en-US" altLang="en-US" dirty="0">
                <a:solidFill>
                  <a:srgbClr val="000000"/>
                </a:solidFill>
                <a:latin typeface="Consolas" panose="020B0609020204030204" pitchFamily="49" charset="0"/>
              </a:rPr>
            </a:br>
            <a:r>
              <a:rPr lang="en-US" altLang="en-US" dirty="0">
                <a:solidFill>
                  <a:srgbClr val="0000FF"/>
                </a:solidFill>
                <a:latin typeface="Consolas" panose="020B0609020204030204" pitchFamily="49" charset="0"/>
              </a:rPr>
              <a:t>while</a:t>
            </a:r>
            <a:r>
              <a:rPr lang="en-US" altLang="en-US" dirty="0">
                <a:solidFill>
                  <a:srgbClr val="000000"/>
                </a:solidFill>
                <a:latin typeface="Consolas" panose="020B0609020204030204" pitchFamily="49" charset="0"/>
              </a:rPr>
              <a:t> (product &lt;= </a:t>
            </a:r>
            <a:r>
              <a:rPr lang="en-US" altLang="en-US" dirty="0">
                <a:solidFill>
                  <a:srgbClr val="128AFF"/>
                </a:solidFill>
                <a:latin typeface="Consolas" panose="020B0609020204030204" pitchFamily="49" charset="0"/>
              </a:rPr>
              <a:t>100</a:t>
            </a:r>
            <a:r>
              <a:rPr lang="en-US" altLang="en-US" dirty="0">
                <a:solidFill>
                  <a:srgbClr val="000000"/>
                </a:solidFill>
                <a:latin typeface="Consolas" panose="020B0609020204030204" pitchFamily="49" charset="0"/>
              </a:rPr>
              <a:t>) </a:t>
            </a:r>
          </a:p>
          <a:p>
            <a:pPr marL="630238" lvl="2" indent="0" eaLnBrk="1" hangingPunct="1">
              <a:buNone/>
            </a:pPr>
            <a:r>
              <a:rPr lang="en-US" altLang="en-US" dirty="0">
                <a:solidFill>
                  <a:srgbClr val="000000"/>
                </a:solidFill>
                <a:latin typeface="Consolas" panose="020B0609020204030204" pitchFamily="49" charset="0"/>
              </a:rPr>
              <a:t>	{</a:t>
            </a:r>
            <a:br>
              <a:rPr lang="en-US" altLang="en-US" dirty="0">
                <a:solidFill>
                  <a:srgbClr val="000000"/>
                </a:solidFill>
                <a:latin typeface="Consolas" panose="020B0609020204030204" pitchFamily="49" charset="0"/>
              </a:rPr>
            </a:br>
            <a:r>
              <a:rPr lang="en-US" altLang="en-US" dirty="0">
                <a:solidFill>
                  <a:srgbClr val="000000"/>
                </a:solidFill>
                <a:latin typeface="Consolas" panose="020B0609020204030204" pitchFamily="49" charset="0"/>
              </a:rPr>
              <a:t>   product = </a:t>
            </a:r>
            <a:r>
              <a:rPr lang="en-US" altLang="en-US" dirty="0">
                <a:solidFill>
                  <a:srgbClr val="128AFF"/>
                </a:solidFill>
                <a:latin typeface="Consolas" panose="020B0609020204030204" pitchFamily="49" charset="0"/>
              </a:rPr>
              <a:t>3</a:t>
            </a:r>
            <a:r>
              <a:rPr lang="en-US" altLang="en-US" dirty="0">
                <a:solidFill>
                  <a:srgbClr val="000000"/>
                </a:solidFill>
                <a:latin typeface="Consolas" panose="020B0609020204030204" pitchFamily="49" charset="0"/>
              </a:rPr>
              <a:t> * product;</a:t>
            </a:r>
            <a:br>
              <a:rPr lang="en-US" altLang="en-US" dirty="0">
                <a:solidFill>
                  <a:srgbClr val="000000"/>
                </a:solidFill>
                <a:latin typeface="Consolas" panose="020B0609020204030204" pitchFamily="49" charset="0"/>
              </a:rPr>
            </a:br>
            <a:r>
              <a:rPr lang="en-US" altLang="en-US" dirty="0">
                <a:solidFill>
                  <a:srgbClr val="000000"/>
                </a:solidFill>
                <a:latin typeface="Consolas" panose="020B0609020204030204" pitchFamily="49" charset="0"/>
              </a:rPr>
              <a:t>	}</a:t>
            </a:r>
          </a:p>
        </p:txBody>
      </p:sp>
      <p:sp>
        <p:nvSpPr>
          <p:cNvPr id="61444"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pphtp10_04_Page_31"/>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976438"/>
            <a:ext cx="9144000" cy="2903935"/>
          </a:xfrm>
          <a:prstGeom prst="rect">
            <a:avLst/>
          </a:prstGeom>
          <a:noFill/>
          <a:ln>
            <a:noFill/>
          </a:ln>
        </p:spPr>
      </p:pic>
    </p:spTree>
    <p:extLst>
      <p:ext uri="{BB962C8B-B14F-4D97-AF65-F5344CB8AC3E}">
        <p14:creationId xmlns:p14="http://schemas.microsoft.com/office/powerpoint/2010/main" val="3176040582"/>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fld id="{C3A8DD8B-CE69-4F33-BCCC-06C7B37F8DBD}" type="slidenum">
              <a:rPr lang="ja-JP" altLang="en-US" sz="1200">
                <a:latin typeface="Arial Black" panose="020B0A04020102020204" pitchFamily="34" charset="0"/>
                <a:ea typeface="MS PGothic" panose="020B0600070205080204" pitchFamily="34" charset="-128"/>
              </a:rPr>
              <a:pPr eaLnBrk="1" hangingPunct="1">
                <a:spcBef>
                  <a:spcPct val="0"/>
                </a:spcBef>
                <a:buClrTx/>
                <a:buSzTx/>
                <a:buFontTx/>
                <a:buNone/>
              </a:pPr>
              <a:t>50</a:t>
            </a:fld>
            <a:endParaRPr lang="en-US" altLang="ja-JP" sz="1200">
              <a:latin typeface="Arial Black" panose="020B0A04020102020204" pitchFamily="34" charset="0"/>
              <a:ea typeface="MS PGothic" panose="020B0600070205080204" pitchFamily="34" charset="-128"/>
            </a:endParaRPr>
          </a:p>
        </p:txBody>
      </p:sp>
      <p:sp>
        <p:nvSpPr>
          <p:cNvPr id="19459" name="Rectangle 2"/>
          <p:cNvSpPr>
            <a:spLocks noGrp="1" noChangeArrowheads="1"/>
          </p:cNvSpPr>
          <p:nvPr>
            <p:ph type="title"/>
          </p:nvPr>
        </p:nvSpPr>
        <p:spPr/>
        <p:txBody>
          <a:bodyPr/>
          <a:lstStyle/>
          <a:p>
            <a:pPr eaLnBrk="1" hangingPunct="1"/>
            <a:r>
              <a:rPr lang="en-US" altLang="ja-JP" smtClean="0">
                <a:ea typeface="MS PGothic" panose="020B0600070205080204" pitchFamily="34" charset="-128"/>
              </a:rPr>
              <a:t>How this partial code works?</a:t>
            </a:r>
          </a:p>
        </p:txBody>
      </p:sp>
      <p:sp>
        <p:nvSpPr>
          <p:cNvPr id="340995" name="Text Box 3"/>
          <p:cNvSpPr txBox="1">
            <a:spLocks noChangeArrowheads="1"/>
          </p:cNvSpPr>
          <p:nvPr/>
        </p:nvSpPr>
        <p:spPr bwMode="auto">
          <a:xfrm>
            <a:off x="914400" y="1371600"/>
            <a:ext cx="7848600" cy="3019288"/>
          </a:xfrm>
          <a:prstGeom prst="rect">
            <a:avLst/>
          </a:prstGeom>
          <a:ln>
            <a:headEnd type="none" w="sm" len="sm"/>
            <a:tailEnd type="none" w="sm" len="sm"/>
          </a:ln>
        </p:spPr>
        <p:style>
          <a:lnRef idx="3">
            <a:schemeClr val="lt1"/>
          </a:lnRef>
          <a:fillRef idx="1">
            <a:schemeClr val="accent1"/>
          </a:fillRef>
          <a:effectRef idx="1">
            <a:schemeClr val="accent1"/>
          </a:effectRef>
          <a:fontRef idx="minor">
            <a:schemeClr val="lt1"/>
          </a:fontRef>
        </p:style>
        <p:txBody>
          <a:bodyPr lIns="182880" tIns="137160" rIns="182880" bIns="137160">
            <a:spAutoFit/>
          </a:bodyPr>
          <a:lstStyle/>
          <a:p>
            <a:pPr>
              <a:lnSpc>
                <a:spcPct val="90000"/>
              </a:lnSpc>
              <a:defRPr/>
            </a:pPr>
            <a:r>
              <a:rPr lang="en-US" dirty="0" err="1" smtClean="0">
                <a:effectLst>
                  <a:outerShdw blurRad="38100" dist="38100" dir="2700000" algn="tl">
                    <a:srgbClr val="FFFFFF"/>
                  </a:outerShdw>
                </a:effectLst>
                <a:latin typeface="Lucida Console" pitchFamily="49" charset="0"/>
                <a:cs typeface="Angsana New" pitchFamily="18" charset="-34"/>
              </a:rPr>
              <a:t>int</a:t>
            </a:r>
            <a:r>
              <a:rPr lang="en-US" dirty="0" smtClean="0">
                <a:effectLst>
                  <a:outerShdw blurRad="38100" dist="38100" dir="2700000" algn="tl">
                    <a:srgbClr val="FFFFFF"/>
                  </a:outerShdw>
                </a:effectLst>
                <a:latin typeface="Lucida Console" pitchFamily="49" charset="0"/>
                <a:cs typeface="Angsana New" pitchFamily="18" charset="-34"/>
              </a:rPr>
              <a:t> main</a:t>
            </a:r>
            <a:r>
              <a:rPr lang="en-US" dirty="0">
                <a:effectLst>
                  <a:outerShdw blurRad="38100" dist="38100" dir="2700000" algn="tl">
                    <a:srgbClr val="FFFFFF"/>
                  </a:outerShdw>
                </a:effectLst>
                <a:latin typeface="Lucida Console" pitchFamily="49" charset="0"/>
                <a:cs typeface="Angsana New" pitchFamily="18" charset="-34"/>
              </a:rPr>
              <a:t>() {</a:t>
            </a:r>
          </a:p>
          <a:p>
            <a:pPr>
              <a:lnSpc>
                <a:spcPct val="90000"/>
              </a:lnSpc>
              <a:defRPr/>
            </a:pPr>
            <a:r>
              <a:rPr lang="en-US" dirty="0">
                <a:effectLst>
                  <a:outerShdw blurRad="38100" dist="38100" dir="2700000" algn="tl">
                    <a:srgbClr val="FFFFFF"/>
                  </a:outerShdw>
                </a:effectLst>
                <a:latin typeface="Lucida Console" pitchFamily="49" charset="0"/>
                <a:cs typeface="Angsana New" pitchFamily="18" charset="-34"/>
              </a:rPr>
              <a:t>  </a:t>
            </a:r>
            <a:r>
              <a:rPr lang="en-US" dirty="0" err="1">
                <a:effectLst>
                  <a:outerShdw blurRad="38100" dist="38100" dir="2700000" algn="tl">
                    <a:srgbClr val="FFFFFF"/>
                  </a:outerShdw>
                </a:effectLst>
                <a:latin typeface="Lucida Console" pitchFamily="49" charset="0"/>
                <a:cs typeface="Angsana New" pitchFamily="18" charset="-34"/>
              </a:rPr>
              <a:t>int</a:t>
            </a:r>
            <a:r>
              <a:rPr lang="en-US" dirty="0">
                <a:effectLst>
                  <a:outerShdw blurRad="38100" dist="38100" dir="2700000" algn="tl">
                    <a:srgbClr val="FFFFFF"/>
                  </a:outerShdw>
                </a:effectLst>
                <a:latin typeface="Lucida Console" pitchFamily="49" charset="0"/>
                <a:cs typeface="Angsana New" pitchFamily="18" charset="-34"/>
              </a:rPr>
              <a:t> N;</a:t>
            </a:r>
          </a:p>
          <a:p>
            <a:pPr>
              <a:lnSpc>
                <a:spcPct val="90000"/>
              </a:lnSpc>
              <a:defRPr/>
            </a:pPr>
            <a:r>
              <a:rPr lang="en-US" dirty="0">
                <a:effectLst>
                  <a:outerShdw blurRad="38100" dist="38100" dir="2700000" algn="tl">
                    <a:srgbClr val="FFFFFF"/>
                  </a:outerShdw>
                </a:effectLst>
                <a:latin typeface="Lucida Console" pitchFamily="49" charset="0"/>
                <a:cs typeface="Angsana New" pitchFamily="18" charset="-34"/>
              </a:rPr>
              <a:t>  N = 0;</a:t>
            </a:r>
          </a:p>
          <a:p>
            <a:pPr>
              <a:lnSpc>
                <a:spcPct val="90000"/>
              </a:lnSpc>
              <a:defRPr/>
            </a:pPr>
            <a:endParaRPr lang="en-US" dirty="0">
              <a:effectLst>
                <a:outerShdw blurRad="38100" dist="38100" dir="2700000" algn="tl">
                  <a:srgbClr val="FFFFFF"/>
                </a:outerShdw>
              </a:effectLst>
              <a:latin typeface="Lucida Console" pitchFamily="49" charset="0"/>
              <a:cs typeface="Angsana New" pitchFamily="18" charset="-34"/>
            </a:endParaRPr>
          </a:p>
          <a:p>
            <a:pPr>
              <a:lnSpc>
                <a:spcPct val="90000"/>
              </a:lnSpc>
              <a:defRPr/>
            </a:pPr>
            <a:r>
              <a:rPr lang="en-US" dirty="0">
                <a:effectLst>
                  <a:outerShdw blurRad="38100" dist="38100" dir="2700000" algn="tl">
                    <a:srgbClr val="FFFFFF"/>
                  </a:outerShdw>
                </a:effectLst>
                <a:latin typeface="Lucida Console" pitchFamily="49" charset="0"/>
                <a:cs typeface="Angsana New" pitchFamily="18" charset="-34"/>
              </a:rPr>
              <a:t>  while (N &lt; 5) </a:t>
            </a:r>
          </a:p>
          <a:p>
            <a:pPr>
              <a:lnSpc>
                <a:spcPct val="90000"/>
              </a:lnSpc>
              <a:defRPr/>
            </a:pPr>
            <a:r>
              <a:rPr lang="en-US" dirty="0">
                <a:effectLst>
                  <a:outerShdw blurRad="38100" dist="38100" dir="2700000" algn="tl">
                    <a:srgbClr val="FFFFFF"/>
                  </a:outerShdw>
                </a:effectLst>
                <a:latin typeface="Lucida Console" pitchFamily="49" charset="0"/>
                <a:cs typeface="Angsana New" pitchFamily="18" charset="-34"/>
              </a:rPr>
              <a:t>    </a:t>
            </a:r>
            <a:r>
              <a:rPr lang="en-US" dirty="0" err="1" smtClean="0">
                <a:effectLst>
                  <a:outerShdw blurRad="38100" dist="38100" dir="2700000" algn="tl">
                    <a:srgbClr val="FFFFFF"/>
                  </a:outerShdw>
                </a:effectLst>
                <a:latin typeface="Lucida Console" pitchFamily="49" charset="0"/>
                <a:cs typeface="Angsana New" pitchFamily="18" charset="-34"/>
              </a:rPr>
              <a:t>cout</a:t>
            </a:r>
            <a:r>
              <a:rPr lang="en-US" dirty="0" smtClean="0">
                <a:effectLst>
                  <a:outerShdw blurRad="38100" dist="38100" dir="2700000" algn="tl">
                    <a:srgbClr val="FFFFFF"/>
                  </a:outerShdw>
                </a:effectLst>
                <a:latin typeface="Lucida Console" pitchFamily="49" charset="0"/>
                <a:cs typeface="Angsana New" pitchFamily="18" charset="-34"/>
              </a:rPr>
              <a:t> &lt;&lt;  ”</a:t>
            </a:r>
            <a:r>
              <a:rPr lang="en-US" dirty="0">
                <a:effectLst>
                  <a:outerShdw blurRad="38100" dist="38100" dir="2700000" algn="tl">
                    <a:srgbClr val="FFFFFF"/>
                  </a:outerShdw>
                </a:effectLst>
                <a:latin typeface="Lucida Console" pitchFamily="49" charset="0"/>
                <a:cs typeface="Angsana New" pitchFamily="18" charset="-34"/>
              </a:rPr>
              <a:t>Kitty -” </a:t>
            </a:r>
            <a:r>
              <a:rPr lang="en-US" dirty="0" smtClean="0">
                <a:effectLst>
                  <a:outerShdw blurRad="38100" dist="38100" dir="2700000" algn="tl">
                    <a:srgbClr val="FFFFFF"/>
                  </a:outerShdw>
                </a:effectLst>
                <a:latin typeface="Lucida Console" pitchFamily="49" charset="0"/>
                <a:cs typeface="Angsana New" pitchFamily="18" charset="-34"/>
              </a:rPr>
              <a:t>&lt;&lt; N;</a:t>
            </a:r>
            <a:endParaRPr lang="en-US" altLang="ja-JP" dirty="0">
              <a:effectLst>
                <a:outerShdw blurRad="38100" dist="38100" dir="2700000" algn="tl">
                  <a:srgbClr val="FFFFFF"/>
                </a:outerShdw>
              </a:effectLst>
              <a:latin typeface="Lucida Console" pitchFamily="49" charset="0"/>
              <a:cs typeface="Angsana New" pitchFamily="18" charset="-34"/>
            </a:endParaRPr>
          </a:p>
          <a:p>
            <a:pPr>
              <a:lnSpc>
                <a:spcPct val="90000"/>
              </a:lnSpc>
              <a:defRPr/>
            </a:pPr>
            <a:endParaRPr lang="en-US" dirty="0">
              <a:effectLst>
                <a:outerShdw blurRad="38100" dist="38100" dir="2700000" algn="tl">
                  <a:srgbClr val="FFFFFF"/>
                </a:outerShdw>
              </a:effectLst>
              <a:latin typeface="Lucida Console" pitchFamily="49" charset="0"/>
              <a:cs typeface="Angsana New" pitchFamily="18" charset="-34"/>
            </a:endParaRPr>
          </a:p>
          <a:p>
            <a:pPr>
              <a:lnSpc>
                <a:spcPct val="90000"/>
              </a:lnSpc>
              <a:defRPr/>
            </a:pPr>
            <a:r>
              <a:rPr lang="en-US" dirty="0">
                <a:effectLst>
                  <a:outerShdw blurRad="38100" dist="38100" dir="2700000" algn="tl">
                    <a:srgbClr val="FFFFFF"/>
                  </a:outerShdw>
                </a:effectLst>
                <a:latin typeface="Lucida Console" pitchFamily="49" charset="0"/>
                <a:cs typeface="Angsana New" pitchFamily="18" charset="-34"/>
              </a:rPr>
              <a:t>    N++;</a:t>
            </a:r>
          </a:p>
          <a:p>
            <a:pPr>
              <a:lnSpc>
                <a:spcPct val="90000"/>
              </a:lnSpc>
              <a:defRPr/>
            </a:pPr>
            <a:r>
              <a:rPr lang="en-US" dirty="0">
                <a:effectLst>
                  <a:outerShdw blurRad="38100" dist="38100" dir="2700000" algn="tl">
                    <a:srgbClr val="FFFFFF"/>
                  </a:outerShdw>
                </a:effectLst>
                <a:latin typeface="Lucida Console" pitchFamily="49" charset="0"/>
                <a:cs typeface="Angsana New" pitchFamily="18" charset="-34"/>
              </a:rPr>
              <a:t>  </a:t>
            </a:r>
          </a:p>
          <a:p>
            <a:pPr>
              <a:lnSpc>
                <a:spcPct val="90000"/>
              </a:lnSpc>
              <a:defRPr/>
            </a:pPr>
            <a:endParaRPr lang="en-US" dirty="0">
              <a:effectLst>
                <a:outerShdw blurRad="38100" dist="38100" dir="2700000" algn="tl">
                  <a:srgbClr val="FFFFFF"/>
                </a:outerShdw>
              </a:effectLst>
              <a:latin typeface="Lucida Console" pitchFamily="49" charset="0"/>
              <a:cs typeface="Angsana New" pitchFamily="18" charset="-34"/>
            </a:endParaRPr>
          </a:p>
          <a:p>
            <a:pPr>
              <a:lnSpc>
                <a:spcPct val="90000"/>
              </a:lnSpc>
              <a:defRPr/>
            </a:pPr>
            <a:r>
              <a:rPr lang="en-US" dirty="0">
                <a:effectLst>
                  <a:outerShdw blurRad="38100" dist="38100" dir="2700000" algn="tl">
                    <a:srgbClr val="FFFFFF"/>
                  </a:outerShdw>
                </a:effectLst>
                <a:latin typeface="Lucida Console" pitchFamily="49" charset="0"/>
                <a:cs typeface="Angsana New" pitchFamily="18" charset="-34"/>
              </a:rPr>
              <a:t>}</a:t>
            </a:r>
          </a:p>
        </p:txBody>
      </p:sp>
      <p:sp>
        <p:nvSpPr>
          <p:cNvPr id="340996" name="Rectangle 4"/>
          <p:cNvSpPr>
            <a:spLocks noChangeArrowheads="1"/>
          </p:cNvSpPr>
          <p:nvPr/>
        </p:nvSpPr>
        <p:spPr bwMode="auto">
          <a:xfrm>
            <a:off x="1181100" y="2355221"/>
            <a:ext cx="7315200" cy="838200"/>
          </a:xfrm>
          <a:prstGeom prst="rect">
            <a:avLst/>
          </a:prstGeom>
          <a:solidFill>
            <a:srgbClr val="FF00FF">
              <a:alpha val="10196"/>
            </a:srgbClr>
          </a:solidFill>
          <a:ln w="9525">
            <a:solidFill>
              <a:schemeClr val="tx1"/>
            </a:solidFill>
            <a:miter lim="800000"/>
            <a:headEnd/>
            <a:tailEnd/>
          </a:ln>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kumimoji="1" lang="en-US" altLang="en-US" sz="1200">
              <a:latin typeface="Arial" panose="020B0604020202020204" pitchFamily="34" charset="0"/>
              <a:ea typeface="MS PGothic" panose="020B0600070205080204" pitchFamily="34" charset="-128"/>
            </a:endParaRPr>
          </a:p>
        </p:txBody>
      </p:sp>
      <p:sp>
        <p:nvSpPr>
          <p:cNvPr id="340997" name="Text Box 5"/>
          <p:cNvSpPr txBox="1">
            <a:spLocks noChangeArrowheads="1"/>
          </p:cNvSpPr>
          <p:nvPr/>
        </p:nvSpPr>
        <p:spPr bwMode="auto">
          <a:xfrm>
            <a:off x="6049963" y="4287838"/>
            <a:ext cx="1936750" cy="2265362"/>
          </a:xfrm>
          <a:prstGeom prst="rect">
            <a:avLst/>
          </a:prstGeom>
          <a:ln>
            <a:headEnd/>
            <a:tailEnd/>
          </a:ln>
        </p:spPr>
        <p:style>
          <a:lnRef idx="3">
            <a:schemeClr val="lt1"/>
          </a:lnRef>
          <a:fillRef idx="1">
            <a:schemeClr val="accent1"/>
          </a:fillRef>
          <a:effectRef idx="1">
            <a:schemeClr val="accent1"/>
          </a:effectRef>
          <a:fontRef idx="minor">
            <a:schemeClr val="lt1"/>
          </a:fontRef>
        </p:style>
        <p:txBody>
          <a:bodyPr>
            <a:spAutoFit/>
          </a:bodyPr>
          <a:lstStyle/>
          <a:p>
            <a:pPr>
              <a:defRPr/>
            </a:pPr>
            <a:endParaRPr lang="en-US" sz="2800">
              <a:effectLst>
                <a:outerShdw blurRad="38100" dist="38100" dir="2700000" algn="tl">
                  <a:srgbClr val="FFFFFF"/>
                </a:outerShdw>
              </a:effectLst>
              <a:latin typeface="Lucida Console" pitchFamily="49" charset="0"/>
              <a:cs typeface="Angsana New" pitchFamily="18" charset="-34"/>
            </a:endParaRPr>
          </a:p>
          <a:p>
            <a:pPr>
              <a:defRPr/>
            </a:pPr>
            <a:endParaRPr lang="en-US" sz="2800">
              <a:effectLst>
                <a:outerShdw blurRad="38100" dist="38100" dir="2700000" algn="tl">
                  <a:srgbClr val="FFFFFF"/>
                </a:outerShdw>
              </a:effectLst>
              <a:latin typeface="Lucida Console" pitchFamily="49" charset="0"/>
              <a:cs typeface="Angsana New" pitchFamily="18" charset="-34"/>
            </a:endParaRPr>
          </a:p>
          <a:p>
            <a:pPr>
              <a:defRPr/>
            </a:pPr>
            <a:endParaRPr lang="en-US" sz="2800">
              <a:effectLst>
                <a:outerShdw blurRad="38100" dist="38100" dir="2700000" algn="tl">
                  <a:srgbClr val="FFFFFF"/>
                </a:outerShdw>
              </a:effectLst>
              <a:latin typeface="Lucida Console" pitchFamily="49" charset="0"/>
              <a:cs typeface="Angsana New" pitchFamily="18" charset="-34"/>
            </a:endParaRPr>
          </a:p>
          <a:p>
            <a:pPr>
              <a:defRPr/>
            </a:pPr>
            <a:endParaRPr lang="en-US" sz="2800">
              <a:effectLst>
                <a:outerShdw blurRad="38100" dist="38100" dir="2700000" algn="tl">
                  <a:srgbClr val="FFFFFF"/>
                </a:outerShdw>
              </a:effectLst>
              <a:latin typeface="Lucida Console" pitchFamily="49" charset="0"/>
              <a:cs typeface="Angsana New" pitchFamily="18" charset="-34"/>
            </a:endParaRPr>
          </a:p>
          <a:p>
            <a:pPr>
              <a:defRPr/>
            </a:pPr>
            <a:r>
              <a:rPr lang="en-US" sz="2800">
                <a:effectLst>
                  <a:outerShdw blurRad="38100" dist="38100" dir="2700000" algn="tl">
                    <a:srgbClr val="FFFFFF"/>
                  </a:outerShdw>
                </a:effectLst>
                <a:latin typeface="Lucida Console" pitchFamily="49" charset="0"/>
                <a:cs typeface="Angsana New" pitchFamily="18" charset="-34"/>
              </a:rPr>
              <a:t>       </a:t>
            </a:r>
            <a:endParaRPr lang="ja-JP" altLang="th-TH" sz="2800">
              <a:effectLst>
                <a:outerShdw blurRad="38100" dist="38100" dir="2700000" algn="tl">
                  <a:srgbClr val="FFFFFF"/>
                </a:outerShdw>
              </a:effectLst>
              <a:latin typeface="Lucida Console" pitchFamily="49" charset="0"/>
              <a:cs typeface="Angsana New" pitchFamily="18" charset="-34"/>
            </a:endParaRPr>
          </a:p>
        </p:txBody>
      </p:sp>
      <p:sp>
        <p:nvSpPr>
          <p:cNvPr id="340998" name="Text Box 6"/>
          <p:cNvSpPr txBox="1">
            <a:spLocks noChangeArrowheads="1"/>
          </p:cNvSpPr>
          <p:nvPr/>
        </p:nvSpPr>
        <p:spPr bwMode="auto">
          <a:xfrm>
            <a:off x="6164263" y="4252913"/>
            <a:ext cx="1684337" cy="519112"/>
          </a:xfrm>
          <a:prstGeom prst="rect">
            <a:avLst/>
          </a:prstGeom>
          <a:noFill/>
          <a:ln w="9525">
            <a:noFill/>
            <a:miter lim="800000"/>
            <a:headEnd/>
            <a:tailEnd/>
          </a:ln>
          <a:effectLst/>
        </p:spPr>
        <p:txBody>
          <a:bodyPr wrap="none">
            <a:spAutoFit/>
          </a:bodyPr>
          <a:lstStyle/>
          <a:p>
            <a:pPr>
              <a:defRPr/>
            </a:pPr>
            <a:r>
              <a:rPr lang="en-US" sz="2800" b="1">
                <a:effectLst>
                  <a:outerShdw blurRad="38100" dist="38100" dir="2700000" algn="tl">
                    <a:srgbClr val="C0C0C0"/>
                  </a:outerShdw>
                </a:effectLst>
                <a:latin typeface="Lucida Console" pitchFamily="49" charset="0"/>
                <a:cs typeface="Angsana New" pitchFamily="18" charset="-34"/>
              </a:rPr>
              <a:t>Kitty-0</a:t>
            </a:r>
            <a:endParaRPr lang="en-US" altLang="ja-JP" sz="2800" b="1">
              <a:effectLst>
                <a:outerShdw blurRad="38100" dist="38100" dir="2700000" algn="tl">
                  <a:srgbClr val="C0C0C0"/>
                </a:outerShdw>
              </a:effectLst>
              <a:latin typeface="Lucida Console" pitchFamily="49" charset="0"/>
              <a:cs typeface="Angsana New" pitchFamily="18" charset="-34"/>
            </a:endParaRPr>
          </a:p>
        </p:txBody>
      </p:sp>
    </p:spTree>
    <p:extLst>
      <p:ext uri="{BB962C8B-B14F-4D97-AF65-F5344CB8AC3E}">
        <p14:creationId xmlns:p14="http://schemas.microsoft.com/office/powerpoint/2010/main" val="244520408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40995"/>
                                        </p:tgtEl>
                                        <p:attrNameLst>
                                          <p:attrName>style.visibility</p:attrName>
                                        </p:attrNameLst>
                                      </p:cBhvr>
                                      <p:to>
                                        <p:strVal val="visible"/>
                                      </p:to>
                                    </p:set>
                                    <p:animEffect transition="in" filter="fade">
                                      <p:cBhvr>
                                        <p:cTn id="7" dur="500"/>
                                        <p:tgtEl>
                                          <p:spTgt spid="34099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40996"/>
                                        </p:tgtEl>
                                        <p:attrNameLst>
                                          <p:attrName>style.visibility</p:attrName>
                                        </p:attrNameLst>
                                      </p:cBhvr>
                                      <p:to>
                                        <p:strVal val="visible"/>
                                      </p:to>
                                    </p:set>
                                    <p:animEffect transition="in" filter="dissolve">
                                      <p:cBhvr>
                                        <p:cTn id="12" dur="500"/>
                                        <p:tgtEl>
                                          <p:spTgt spid="34099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40997"/>
                                        </p:tgtEl>
                                        <p:attrNameLst>
                                          <p:attrName>style.visibility</p:attrName>
                                        </p:attrNameLst>
                                      </p:cBhvr>
                                      <p:to>
                                        <p:strVal val="visible"/>
                                      </p:to>
                                    </p:set>
                                    <p:animEffect transition="in" filter="dissolve">
                                      <p:cBhvr>
                                        <p:cTn id="17" dur="500"/>
                                        <p:tgtEl>
                                          <p:spTgt spid="34099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340998"/>
                                        </p:tgtEl>
                                        <p:attrNameLst>
                                          <p:attrName>style.visibility</p:attrName>
                                        </p:attrNameLst>
                                      </p:cBhvr>
                                      <p:to>
                                        <p:strVal val="visible"/>
                                      </p:to>
                                    </p:set>
                                    <p:animEffect transition="in" filter="dissolve">
                                      <p:cBhvr>
                                        <p:cTn id="22" dur="500"/>
                                        <p:tgtEl>
                                          <p:spTgt spid="3409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0995" grpId="0" animBg="1" autoUpdateAnimBg="0"/>
      <p:bldP spid="340996" grpId="0" animBg="1"/>
      <p:bldP spid="340997" grpId="0" animBg="1"/>
      <p:bldP spid="340998"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fld id="{77428A2F-7126-4751-97F2-7EADAA0BDB92}" type="slidenum">
              <a:rPr lang="ja-JP" altLang="en-US" sz="1200">
                <a:latin typeface="Arial Black" panose="020B0A04020102020204" pitchFamily="34" charset="0"/>
                <a:ea typeface="MS PGothic" panose="020B0600070205080204" pitchFamily="34" charset="-128"/>
              </a:rPr>
              <a:pPr eaLnBrk="1" hangingPunct="1">
                <a:spcBef>
                  <a:spcPct val="0"/>
                </a:spcBef>
                <a:buClrTx/>
                <a:buSzTx/>
                <a:buFontTx/>
                <a:buNone/>
              </a:pPr>
              <a:t>51</a:t>
            </a:fld>
            <a:endParaRPr lang="en-US" altLang="ja-JP" sz="1200">
              <a:latin typeface="Arial Black" panose="020B0A04020102020204" pitchFamily="34" charset="0"/>
              <a:ea typeface="MS PGothic" panose="020B0600070205080204" pitchFamily="34" charset="-128"/>
            </a:endParaRPr>
          </a:p>
        </p:txBody>
      </p:sp>
      <p:sp>
        <p:nvSpPr>
          <p:cNvPr id="21507" name="Rectangle 2"/>
          <p:cNvSpPr>
            <a:spLocks noGrp="1" noChangeArrowheads="1"/>
          </p:cNvSpPr>
          <p:nvPr>
            <p:ph type="title"/>
          </p:nvPr>
        </p:nvSpPr>
        <p:spPr>
          <a:xfrm>
            <a:off x="685800" y="279400"/>
            <a:ext cx="7772400" cy="1143000"/>
          </a:xfrm>
        </p:spPr>
        <p:txBody>
          <a:bodyPr/>
          <a:lstStyle/>
          <a:p>
            <a:pPr eaLnBrk="1" hangingPunct="1"/>
            <a:r>
              <a:rPr lang="en-US" altLang="ja-JP" smtClean="0">
                <a:ea typeface="MS PGothic" panose="020B0600070205080204" pitchFamily="34" charset="-128"/>
              </a:rPr>
              <a:t>Count Controlled Example</a:t>
            </a:r>
          </a:p>
        </p:txBody>
      </p:sp>
      <p:sp>
        <p:nvSpPr>
          <p:cNvPr id="21508" name="Rectangle 3"/>
          <p:cNvSpPr>
            <a:spLocks noGrp="1" noChangeArrowheads="1"/>
          </p:cNvSpPr>
          <p:nvPr>
            <p:ph type="body" idx="1"/>
          </p:nvPr>
        </p:nvSpPr>
        <p:spPr>
          <a:xfrm>
            <a:off x="609600" y="1277938"/>
            <a:ext cx="8382000" cy="4114800"/>
          </a:xfrm>
        </p:spPr>
        <p:txBody>
          <a:bodyPr/>
          <a:lstStyle/>
          <a:p>
            <a:pPr eaLnBrk="1" hangingPunct="1"/>
            <a:r>
              <a:rPr lang="en-US" altLang="ja-JP" smtClean="0">
                <a:ea typeface="MS PGothic" panose="020B0600070205080204" pitchFamily="34" charset="-128"/>
              </a:rPr>
              <a:t>Display only even number between 1 to J</a:t>
            </a:r>
          </a:p>
        </p:txBody>
      </p:sp>
      <p:sp>
        <p:nvSpPr>
          <p:cNvPr id="349188" name="Text Box 4"/>
          <p:cNvSpPr txBox="1">
            <a:spLocks noChangeArrowheads="1"/>
          </p:cNvSpPr>
          <p:nvPr/>
        </p:nvSpPr>
        <p:spPr bwMode="auto">
          <a:xfrm>
            <a:off x="609600" y="1981200"/>
            <a:ext cx="7239000" cy="2769989"/>
          </a:xfrm>
          <a:prstGeom prst="rect">
            <a:avLst/>
          </a:prstGeom>
          <a:ln>
            <a:headEnd type="none" w="sm" len="sm"/>
            <a:tailEnd type="none" w="sm" len="sm"/>
          </a:ln>
        </p:spPr>
        <p:style>
          <a:lnRef idx="2">
            <a:schemeClr val="accent1">
              <a:shade val="50000"/>
            </a:schemeClr>
          </a:lnRef>
          <a:fillRef idx="1">
            <a:schemeClr val="accent1"/>
          </a:fillRef>
          <a:effectRef idx="0">
            <a:schemeClr val="accent1"/>
          </a:effectRef>
          <a:fontRef idx="minor">
            <a:schemeClr val="lt1"/>
          </a:fontRef>
        </p:style>
        <p:txBody>
          <a:bodyPr lIns="182880" tIns="137160" rIns="182880" bIns="137160">
            <a:spAutoFit/>
          </a:bodyPr>
          <a:lstStyle/>
          <a:p>
            <a:pPr>
              <a:lnSpc>
                <a:spcPct val="90000"/>
              </a:lnSpc>
              <a:defRPr/>
            </a:pPr>
            <a:r>
              <a:rPr lang="en-US" dirty="0" err="1">
                <a:effectLst>
                  <a:outerShdw blurRad="38100" dist="38100" dir="2700000" algn="tl">
                    <a:srgbClr val="FFFFFF"/>
                  </a:outerShdw>
                </a:effectLst>
                <a:latin typeface="Lucida Console" pitchFamily="49" charset="0"/>
                <a:cs typeface="Angsana New" pitchFamily="18" charset="-34"/>
              </a:rPr>
              <a:t>i</a:t>
            </a:r>
            <a:r>
              <a:rPr lang="en-US" dirty="0" err="1" smtClean="0">
                <a:effectLst>
                  <a:outerShdw blurRad="38100" dist="38100" dir="2700000" algn="tl">
                    <a:srgbClr val="FFFFFF"/>
                  </a:outerShdw>
                </a:effectLst>
                <a:latin typeface="Lucida Console" pitchFamily="49" charset="0"/>
                <a:cs typeface="Angsana New" pitchFamily="18" charset="-34"/>
              </a:rPr>
              <a:t>nt</a:t>
            </a:r>
            <a:r>
              <a:rPr lang="en-US" dirty="0" smtClean="0">
                <a:effectLst>
                  <a:outerShdw blurRad="38100" dist="38100" dir="2700000" algn="tl">
                    <a:srgbClr val="FFFFFF"/>
                  </a:outerShdw>
                </a:effectLst>
                <a:latin typeface="Lucida Console" pitchFamily="49" charset="0"/>
                <a:cs typeface="Angsana New" pitchFamily="18" charset="-34"/>
              </a:rPr>
              <a:t> main</a:t>
            </a:r>
            <a:r>
              <a:rPr lang="en-US" dirty="0">
                <a:effectLst>
                  <a:outerShdw blurRad="38100" dist="38100" dir="2700000" algn="tl">
                    <a:srgbClr val="FFFFFF"/>
                  </a:outerShdw>
                </a:effectLst>
                <a:latin typeface="Lucida Console" pitchFamily="49" charset="0"/>
                <a:cs typeface="Angsana New" pitchFamily="18" charset="-34"/>
              </a:rPr>
              <a:t>() {</a:t>
            </a:r>
          </a:p>
          <a:p>
            <a:pPr>
              <a:lnSpc>
                <a:spcPct val="90000"/>
              </a:lnSpc>
              <a:defRPr/>
            </a:pPr>
            <a:r>
              <a:rPr lang="en-US" dirty="0">
                <a:effectLst>
                  <a:outerShdw blurRad="38100" dist="38100" dir="2700000" algn="tl">
                    <a:srgbClr val="FFFFFF"/>
                  </a:outerShdw>
                </a:effectLst>
                <a:latin typeface="Lucida Console" pitchFamily="49" charset="0"/>
                <a:cs typeface="Angsana New" pitchFamily="18" charset="-34"/>
              </a:rPr>
              <a:t>  </a:t>
            </a:r>
            <a:r>
              <a:rPr lang="en-US" dirty="0" err="1">
                <a:effectLst>
                  <a:outerShdw blurRad="38100" dist="38100" dir="2700000" algn="tl">
                    <a:srgbClr val="FFFFFF"/>
                  </a:outerShdw>
                </a:effectLst>
                <a:latin typeface="Lucida Console" pitchFamily="49" charset="0"/>
                <a:cs typeface="Angsana New" pitchFamily="18" charset="-34"/>
              </a:rPr>
              <a:t>int</a:t>
            </a:r>
            <a:r>
              <a:rPr lang="en-US" dirty="0">
                <a:effectLst>
                  <a:outerShdw blurRad="38100" dist="38100" dir="2700000" algn="tl">
                    <a:srgbClr val="FFFFFF"/>
                  </a:outerShdw>
                </a:effectLst>
                <a:latin typeface="Lucida Console" pitchFamily="49" charset="0"/>
                <a:cs typeface="Angsana New" pitchFamily="18" charset="-34"/>
              </a:rPr>
              <a:t> N, J;</a:t>
            </a:r>
          </a:p>
          <a:p>
            <a:pPr>
              <a:lnSpc>
                <a:spcPct val="90000"/>
              </a:lnSpc>
              <a:defRPr/>
            </a:pPr>
            <a:r>
              <a:rPr lang="en-US" dirty="0">
                <a:effectLst>
                  <a:outerShdw blurRad="38100" dist="38100" dir="2700000" algn="tl">
                    <a:srgbClr val="FFFFFF"/>
                  </a:outerShdw>
                </a:effectLst>
                <a:latin typeface="Lucida Console" pitchFamily="49" charset="0"/>
                <a:cs typeface="Angsana New" pitchFamily="18" charset="-34"/>
              </a:rPr>
              <a:t>  J =   </a:t>
            </a:r>
            <a:r>
              <a:rPr lang="en-US" dirty="0">
                <a:effectLst>
                  <a:outerShdw blurRad="38100" dist="38100" dir="2700000" algn="tl">
                    <a:srgbClr val="FFFFFF"/>
                  </a:outerShdw>
                </a:effectLst>
                <a:latin typeface="Lucida Console" pitchFamily="49" charset="0"/>
                <a:cs typeface="Angsana New" pitchFamily="18" charset="-34"/>
                <a:sym typeface="Wingdings" panose="05000000000000000000" pitchFamily="2" charset="2"/>
              </a:rPr>
              <a:t> </a:t>
            </a:r>
            <a:r>
              <a:rPr lang="en-US" dirty="0">
                <a:effectLst>
                  <a:outerShdw blurRad="38100" dist="38100" dir="2700000" algn="tl">
                    <a:srgbClr val="FFFFFF"/>
                  </a:outerShdw>
                </a:effectLst>
                <a:latin typeface="Lucida Console" pitchFamily="49" charset="0"/>
                <a:cs typeface="Angsana New" pitchFamily="18" charset="-34"/>
              </a:rPr>
              <a:t> input</a:t>
            </a:r>
          </a:p>
          <a:p>
            <a:pPr>
              <a:lnSpc>
                <a:spcPct val="90000"/>
              </a:lnSpc>
              <a:defRPr/>
            </a:pPr>
            <a:r>
              <a:rPr lang="en-US" dirty="0">
                <a:effectLst>
                  <a:outerShdw blurRad="38100" dist="38100" dir="2700000" algn="tl">
                    <a:srgbClr val="FFFFFF"/>
                  </a:outerShdw>
                </a:effectLst>
                <a:latin typeface="Lucida Console" pitchFamily="49" charset="0"/>
                <a:cs typeface="Angsana New" pitchFamily="18" charset="-34"/>
              </a:rPr>
              <a:t>  N = </a:t>
            </a:r>
            <a:r>
              <a:rPr lang="en-US" altLang="ja-JP" dirty="0">
                <a:effectLst>
                  <a:outerShdw blurRad="38100" dist="38100" dir="2700000" algn="tl">
                    <a:srgbClr val="FFFFFF"/>
                  </a:outerShdw>
                </a:effectLst>
                <a:latin typeface="Lucida Console" pitchFamily="49" charset="0"/>
                <a:cs typeface="Angsana New" pitchFamily="18" charset="-34"/>
              </a:rPr>
              <a:t>1</a:t>
            </a:r>
            <a:r>
              <a:rPr lang="en-US" dirty="0">
                <a:effectLst>
                  <a:outerShdw blurRad="38100" dist="38100" dir="2700000" algn="tl">
                    <a:srgbClr val="FFFFFF"/>
                  </a:outerShdw>
                </a:effectLst>
                <a:latin typeface="Lucida Console" pitchFamily="49" charset="0"/>
                <a:cs typeface="Angsana New" pitchFamily="18" charset="-34"/>
              </a:rPr>
              <a:t>;</a:t>
            </a:r>
          </a:p>
          <a:p>
            <a:pPr>
              <a:lnSpc>
                <a:spcPct val="90000"/>
              </a:lnSpc>
              <a:defRPr/>
            </a:pPr>
            <a:r>
              <a:rPr lang="en-US" dirty="0">
                <a:effectLst>
                  <a:outerShdw blurRad="38100" dist="38100" dir="2700000" algn="tl">
                    <a:srgbClr val="FFFFFF"/>
                  </a:outerShdw>
                </a:effectLst>
                <a:latin typeface="Lucida Console" pitchFamily="49" charset="0"/>
                <a:cs typeface="Angsana New" pitchFamily="18" charset="-34"/>
              </a:rPr>
              <a:t>  while (        ) {</a:t>
            </a:r>
          </a:p>
          <a:p>
            <a:pPr>
              <a:lnSpc>
                <a:spcPct val="90000"/>
              </a:lnSpc>
              <a:defRPr/>
            </a:pPr>
            <a:r>
              <a:rPr lang="en-US" dirty="0">
                <a:effectLst>
                  <a:outerShdw blurRad="38100" dist="38100" dir="2700000" algn="tl">
                    <a:srgbClr val="FFFFFF"/>
                  </a:outerShdw>
                </a:effectLst>
                <a:latin typeface="Lucida Console" pitchFamily="49" charset="0"/>
                <a:cs typeface="Angsana New" pitchFamily="18" charset="-34"/>
              </a:rPr>
              <a:t>    if (          )</a:t>
            </a:r>
          </a:p>
          <a:p>
            <a:pPr>
              <a:lnSpc>
                <a:spcPct val="90000"/>
              </a:lnSpc>
              <a:defRPr/>
            </a:pPr>
            <a:r>
              <a:rPr lang="en-US" dirty="0">
                <a:effectLst>
                  <a:outerShdw blurRad="38100" dist="38100" dir="2700000" algn="tl">
                    <a:srgbClr val="FFFFFF"/>
                  </a:outerShdw>
                </a:effectLst>
                <a:latin typeface="Lucida Console" pitchFamily="49" charset="0"/>
                <a:cs typeface="Angsana New" pitchFamily="18" charset="-34"/>
              </a:rPr>
              <a:t>      </a:t>
            </a:r>
            <a:r>
              <a:rPr lang="en-US" dirty="0" smtClean="0">
                <a:effectLst>
                  <a:outerShdw blurRad="38100" dist="38100" dir="2700000" algn="tl">
                    <a:srgbClr val="FFFFFF"/>
                  </a:outerShdw>
                </a:effectLst>
                <a:latin typeface="Lucida Console" pitchFamily="49" charset="0"/>
                <a:cs typeface="Angsana New" pitchFamily="18" charset="-34"/>
              </a:rPr>
              <a:t> </a:t>
            </a:r>
            <a:r>
              <a:rPr lang="en-US" dirty="0" err="1" smtClean="0">
                <a:effectLst>
                  <a:outerShdw blurRad="38100" dist="38100" dir="2700000" algn="tl">
                    <a:srgbClr val="FFFFFF"/>
                  </a:outerShdw>
                </a:effectLst>
                <a:latin typeface="Lucida Console" pitchFamily="49" charset="0"/>
                <a:cs typeface="Angsana New" pitchFamily="18" charset="-34"/>
              </a:rPr>
              <a:t>cout</a:t>
            </a:r>
            <a:r>
              <a:rPr lang="en-US" dirty="0" smtClean="0">
                <a:effectLst>
                  <a:outerShdw blurRad="38100" dist="38100" dir="2700000" algn="tl">
                    <a:srgbClr val="FFFFFF"/>
                  </a:outerShdw>
                </a:effectLst>
                <a:latin typeface="Lucida Console" pitchFamily="49" charset="0"/>
                <a:cs typeface="Angsana New" pitchFamily="18" charset="-34"/>
              </a:rPr>
              <a:t> &lt;&lt; N;</a:t>
            </a:r>
            <a:endParaRPr lang="en-US" dirty="0">
              <a:effectLst>
                <a:outerShdw blurRad="38100" dist="38100" dir="2700000" algn="tl">
                  <a:srgbClr val="FFFFFF"/>
                </a:outerShdw>
              </a:effectLst>
              <a:latin typeface="Lucida Console" pitchFamily="49" charset="0"/>
              <a:cs typeface="Angsana New" pitchFamily="18" charset="-34"/>
            </a:endParaRPr>
          </a:p>
          <a:p>
            <a:pPr>
              <a:lnSpc>
                <a:spcPct val="90000"/>
              </a:lnSpc>
              <a:defRPr/>
            </a:pPr>
            <a:endParaRPr lang="en-US" dirty="0">
              <a:effectLst>
                <a:outerShdw blurRad="38100" dist="38100" dir="2700000" algn="tl">
                  <a:srgbClr val="FFFFFF"/>
                </a:outerShdw>
              </a:effectLst>
              <a:latin typeface="Lucida Console" pitchFamily="49" charset="0"/>
              <a:cs typeface="Angsana New" pitchFamily="18" charset="-34"/>
            </a:endParaRPr>
          </a:p>
          <a:p>
            <a:pPr>
              <a:lnSpc>
                <a:spcPct val="90000"/>
              </a:lnSpc>
              <a:defRPr/>
            </a:pPr>
            <a:r>
              <a:rPr lang="en-US" dirty="0">
                <a:effectLst>
                  <a:outerShdw blurRad="38100" dist="38100" dir="2700000" algn="tl">
                    <a:srgbClr val="FFFFFF"/>
                  </a:outerShdw>
                </a:effectLst>
                <a:latin typeface="Lucida Console" pitchFamily="49" charset="0"/>
                <a:cs typeface="Angsana New" pitchFamily="18" charset="-34"/>
              </a:rPr>
              <a:t>  }</a:t>
            </a:r>
          </a:p>
          <a:p>
            <a:pPr>
              <a:lnSpc>
                <a:spcPct val="90000"/>
              </a:lnSpc>
              <a:defRPr/>
            </a:pPr>
            <a:r>
              <a:rPr lang="en-US" dirty="0">
                <a:effectLst>
                  <a:outerShdw blurRad="38100" dist="38100" dir="2700000" algn="tl">
                    <a:srgbClr val="FFFFFF"/>
                  </a:outerShdw>
                </a:effectLst>
                <a:latin typeface="Lucida Console" pitchFamily="49" charset="0"/>
                <a:cs typeface="Angsana New" pitchFamily="18" charset="-34"/>
              </a:rPr>
              <a:t>}</a:t>
            </a:r>
          </a:p>
        </p:txBody>
      </p:sp>
      <p:sp>
        <p:nvSpPr>
          <p:cNvPr id="349195" name="Text Box 11"/>
          <p:cNvSpPr txBox="1">
            <a:spLocks noChangeArrowheads="1"/>
          </p:cNvSpPr>
          <p:nvPr/>
        </p:nvSpPr>
        <p:spPr bwMode="auto">
          <a:xfrm>
            <a:off x="7620000" y="2230438"/>
            <a:ext cx="1036638" cy="2265362"/>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a:spAutoFit/>
          </a:bodyPr>
          <a:lstStyle/>
          <a:p>
            <a:pPr>
              <a:defRPr/>
            </a:pPr>
            <a:endParaRPr lang="en-US" sz="2800">
              <a:effectLst>
                <a:outerShdw blurRad="38100" dist="38100" dir="2700000" algn="tl">
                  <a:srgbClr val="FFFFFF"/>
                </a:outerShdw>
              </a:effectLst>
              <a:latin typeface="Lucida Console" pitchFamily="49" charset="0"/>
              <a:cs typeface="Angsana New" pitchFamily="18" charset="-34"/>
            </a:endParaRPr>
          </a:p>
          <a:p>
            <a:pPr>
              <a:defRPr/>
            </a:pPr>
            <a:endParaRPr lang="en-US" sz="2800">
              <a:effectLst>
                <a:outerShdw blurRad="38100" dist="38100" dir="2700000" algn="tl">
                  <a:srgbClr val="FFFFFF"/>
                </a:outerShdw>
              </a:effectLst>
              <a:latin typeface="Lucida Console" pitchFamily="49" charset="0"/>
              <a:cs typeface="Angsana New" pitchFamily="18" charset="-34"/>
            </a:endParaRPr>
          </a:p>
          <a:p>
            <a:pPr>
              <a:defRPr/>
            </a:pPr>
            <a:endParaRPr lang="en-US" sz="2800">
              <a:effectLst>
                <a:outerShdw blurRad="38100" dist="38100" dir="2700000" algn="tl">
                  <a:srgbClr val="FFFFFF"/>
                </a:outerShdw>
              </a:effectLst>
              <a:latin typeface="Lucida Console" pitchFamily="49" charset="0"/>
              <a:cs typeface="Angsana New" pitchFamily="18" charset="-34"/>
            </a:endParaRPr>
          </a:p>
          <a:p>
            <a:pPr>
              <a:defRPr/>
            </a:pPr>
            <a:endParaRPr lang="en-US" sz="2800">
              <a:effectLst>
                <a:outerShdw blurRad="38100" dist="38100" dir="2700000" algn="tl">
                  <a:srgbClr val="FFFFFF"/>
                </a:outerShdw>
              </a:effectLst>
              <a:latin typeface="Lucida Console" pitchFamily="49" charset="0"/>
              <a:cs typeface="Angsana New" pitchFamily="18" charset="-34"/>
            </a:endParaRPr>
          </a:p>
          <a:p>
            <a:pPr>
              <a:defRPr/>
            </a:pPr>
            <a:r>
              <a:rPr lang="en-US" sz="2800">
                <a:effectLst>
                  <a:outerShdw blurRad="38100" dist="38100" dir="2700000" algn="tl">
                    <a:srgbClr val="FFFFFF"/>
                  </a:outerShdw>
                </a:effectLst>
                <a:latin typeface="Lucida Console" pitchFamily="49" charset="0"/>
                <a:cs typeface="Angsana New" pitchFamily="18" charset="-34"/>
              </a:rPr>
              <a:t>     </a:t>
            </a:r>
            <a:endParaRPr lang="ja-JP" altLang="th-TH" sz="2800">
              <a:effectLst>
                <a:outerShdw blurRad="38100" dist="38100" dir="2700000" algn="tl">
                  <a:srgbClr val="FFFFFF"/>
                </a:outerShdw>
              </a:effectLst>
              <a:latin typeface="Lucida Console" pitchFamily="49" charset="0"/>
              <a:cs typeface="Angsana New" pitchFamily="18" charset="-34"/>
            </a:endParaRPr>
          </a:p>
        </p:txBody>
      </p:sp>
      <p:sp>
        <p:nvSpPr>
          <p:cNvPr id="349196" name="Text Box 12"/>
          <p:cNvSpPr txBox="1">
            <a:spLocks noChangeArrowheads="1"/>
          </p:cNvSpPr>
          <p:nvPr/>
        </p:nvSpPr>
        <p:spPr bwMode="auto">
          <a:xfrm>
            <a:off x="7924800" y="2328863"/>
            <a:ext cx="398463" cy="519112"/>
          </a:xfrm>
          <a:prstGeom prst="rect">
            <a:avLst/>
          </a:prstGeom>
          <a:noFill/>
          <a:ln w="9525">
            <a:noFill/>
            <a:miter lim="800000"/>
            <a:headEnd/>
            <a:tailEnd/>
          </a:ln>
          <a:effectLst/>
        </p:spPr>
        <p:txBody>
          <a:bodyPr wrap="none">
            <a:spAutoFit/>
          </a:bodyPr>
          <a:lstStyle/>
          <a:p>
            <a:pPr>
              <a:defRPr/>
            </a:pPr>
            <a:r>
              <a:rPr lang="en-US" sz="2800" b="1">
                <a:effectLst>
                  <a:outerShdw blurRad="38100" dist="38100" dir="2700000" algn="tl">
                    <a:srgbClr val="C0C0C0"/>
                  </a:outerShdw>
                </a:effectLst>
                <a:latin typeface="Lucida Console" pitchFamily="49" charset="0"/>
                <a:cs typeface="Angsana New" pitchFamily="18" charset="-34"/>
              </a:rPr>
              <a:t>2</a:t>
            </a:r>
            <a:endParaRPr lang="th-TH" altLang="ja-JP" sz="2800" b="1">
              <a:effectLst>
                <a:outerShdw blurRad="38100" dist="38100" dir="2700000" algn="tl">
                  <a:srgbClr val="C0C0C0"/>
                </a:outerShdw>
              </a:effectLst>
              <a:latin typeface="Lucida Console" pitchFamily="49" charset="0"/>
              <a:cs typeface="Angsana New" pitchFamily="18" charset="-34"/>
            </a:endParaRPr>
          </a:p>
        </p:txBody>
      </p:sp>
      <p:sp>
        <p:nvSpPr>
          <p:cNvPr id="349197" name="Text Box 13"/>
          <p:cNvSpPr txBox="1">
            <a:spLocks noChangeArrowheads="1"/>
          </p:cNvSpPr>
          <p:nvPr/>
        </p:nvSpPr>
        <p:spPr bwMode="auto">
          <a:xfrm>
            <a:off x="7916863" y="2667000"/>
            <a:ext cx="398462" cy="519113"/>
          </a:xfrm>
          <a:prstGeom prst="rect">
            <a:avLst/>
          </a:prstGeom>
          <a:noFill/>
          <a:ln w="9525">
            <a:noFill/>
            <a:miter lim="800000"/>
            <a:headEnd/>
            <a:tailEnd/>
          </a:ln>
          <a:effectLst/>
        </p:spPr>
        <p:txBody>
          <a:bodyPr wrap="none">
            <a:spAutoFit/>
          </a:bodyPr>
          <a:lstStyle/>
          <a:p>
            <a:pPr>
              <a:defRPr/>
            </a:pPr>
            <a:r>
              <a:rPr lang="en-US" sz="2800" b="1">
                <a:effectLst>
                  <a:outerShdw blurRad="38100" dist="38100" dir="2700000" algn="tl">
                    <a:srgbClr val="C0C0C0"/>
                  </a:outerShdw>
                </a:effectLst>
                <a:latin typeface="Lucida Console" pitchFamily="49" charset="0"/>
                <a:cs typeface="Angsana New" pitchFamily="18" charset="-34"/>
              </a:rPr>
              <a:t>4</a:t>
            </a:r>
            <a:endParaRPr lang="th-TH" altLang="ja-JP" sz="2800" b="1">
              <a:effectLst>
                <a:outerShdw blurRad="38100" dist="38100" dir="2700000" algn="tl">
                  <a:srgbClr val="C0C0C0"/>
                </a:outerShdw>
              </a:effectLst>
              <a:latin typeface="Lucida Console" pitchFamily="49" charset="0"/>
              <a:cs typeface="Angsana New" pitchFamily="18" charset="-34"/>
            </a:endParaRPr>
          </a:p>
        </p:txBody>
      </p:sp>
      <p:sp>
        <p:nvSpPr>
          <p:cNvPr id="349198" name="Text Box 14"/>
          <p:cNvSpPr txBox="1">
            <a:spLocks noChangeArrowheads="1"/>
          </p:cNvSpPr>
          <p:nvPr/>
        </p:nvSpPr>
        <p:spPr bwMode="auto">
          <a:xfrm>
            <a:off x="7907338" y="2971800"/>
            <a:ext cx="398462" cy="519113"/>
          </a:xfrm>
          <a:prstGeom prst="rect">
            <a:avLst/>
          </a:prstGeom>
          <a:noFill/>
          <a:ln w="9525">
            <a:noFill/>
            <a:miter lim="800000"/>
            <a:headEnd/>
            <a:tailEnd/>
          </a:ln>
          <a:effectLst/>
        </p:spPr>
        <p:txBody>
          <a:bodyPr wrap="none">
            <a:spAutoFit/>
          </a:bodyPr>
          <a:lstStyle/>
          <a:p>
            <a:pPr>
              <a:defRPr/>
            </a:pPr>
            <a:r>
              <a:rPr lang="en-US" sz="2800" b="1">
                <a:effectLst>
                  <a:outerShdw blurRad="38100" dist="38100" dir="2700000" algn="tl">
                    <a:srgbClr val="C0C0C0"/>
                  </a:outerShdw>
                </a:effectLst>
                <a:latin typeface="Lucida Console" pitchFamily="49" charset="0"/>
                <a:cs typeface="Angsana New" pitchFamily="18" charset="-34"/>
              </a:rPr>
              <a:t>6</a:t>
            </a:r>
            <a:endParaRPr lang="th-TH" altLang="ja-JP" sz="2800" b="1">
              <a:effectLst>
                <a:outerShdw blurRad="38100" dist="38100" dir="2700000" algn="tl">
                  <a:srgbClr val="C0C0C0"/>
                </a:outerShdw>
              </a:effectLst>
              <a:latin typeface="Lucida Console" pitchFamily="49" charset="0"/>
              <a:cs typeface="Angsana New" pitchFamily="18" charset="-34"/>
            </a:endParaRPr>
          </a:p>
        </p:txBody>
      </p:sp>
      <p:sp>
        <p:nvSpPr>
          <p:cNvPr id="349199" name="Text Box 15"/>
          <p:cNvSpPr txBox="1">
            <a:spLocks noChangeArrowheads="1"/>
          </p:cNvSpPr>
          <p:nvPr/>
        </p:nvSpPr>
        <p:spPr bwMode="auto">
          <a:xfrm>
            <a:off x="7902575" y="3290888"/>
            <a:ext cx="398463" cy="519112"/>
          </a:xfrm>
          <a:prstGeom prst="rect">
            <a:avLst/>
          </a:prstGeom>
          <a:noFill/>
          <a:ln w="9525">
            <a:noFill/>
            <a:miter lim="800000"/>
            <a:headEnd/>
            <a:tailEnd/>
          </a:ln>
          <a:effectLst/>
        </p:spPr>
        <p:txBody>
          <a:bodyPr wrap="none">
            <a:spAutoFit/>
          </a:bodyPr>
          <a:lstStyle/>
          <a:p>
            <a:pPr>
              <a:defRPr/>
            </a:pPr>
            <a:r>
              <a:rPr lang="en-US" sz="2800" b="1">
                <a:effectLst>
                  <a:outerShdw blurRad="38100" dist="38100" dir="2700000" algn="tl">
                    <a:srgbClr val="C0C0C0"/>
                  </a:outerShdw>
                </a:effectLst>
                <a:latin typeface="Lucida Console" pitchFamily="49" charset="0"/>
                <a:cs typeface="Angsana New" pitchFamily="18" charset="-34"/>
              </a:rPr>
              <a:t>8</a:t>
            </a:r>
            <a:endParaRPr lang="th-TH" altLang="ja-JP" sz="2800" b="1">
              <a:effectLst>
                <a:outerShdw blurRad="38100" dist="38100" dir="2700000" algn="tl">
                  <a:srgbClr val="C0C0C0"/>
                </a:outerShdw>
              </a:effectLst>
              <a:latin typeface="Lucida Console" pitchFamily="49" charset="0"/>
              <a:cs typeface="Angsana New" pitchFamily="18" charset="-34"/>
            </a:endParaRPr>
          </a:p>
        </p:txBody>
      </p:sp>
      <p:sp>
        <p:nvSpPr>
          <p:cNvPr id="349200" name="Text Box 16"/>
          <p:cNvSpPr txBox="1">
            <a:spLocks noChangeArrowheads="1"/>
          </p:cNvSpPr>
          <p:nvPr/>
        </p:nvSpPr>
        <p:spPr bwMode="auto">
          <a:xfrm>
            <a:off x="7910513" y="3843338"/>
            <a:ext cx="398462" cy="519112"/>
          </a:xfrm>
          <a:prstGeom prst="rect">
            <a:avLst/>
          </a:prstGeom>
          <a:noFill/>
          <a:ln w="9525">
            <a:noFill/>
            <a:miter lim="800000"/>
            <a:headEnd/>
            <a:tailEnd/>
          </a:ln>
          <a:effectLst/>
        </p:spPr>
        <p:txBody>
          <a:bodyPr wrap="none">
            <a:spAutoFit/>
          </a:bodyPr>
          <a:lstStyle/>
          <a:p>
            <a:pPr>
              <a:defRPr/>
            </a:pPr>
            <a:r>
              <a:rPr lang="en-US" sz="2800" b="1">
                <a:effectLst>
                  <a:outerShdw blurRad="38100" dist="38100" dir="2700000" algn="tl">
                    <a:srgbClr val="C0C0C0"/>
                  </a:outerShdw>
                </a:effectLst>
                <a:latin typeface="Lucida Console" pitchFamily="49" charset="0"/>
                <a:cs typeface="Angsana New" pitchFamily="18" charset="-34"/>
              </a:rPr>
              <a:t>.</a:t>
            </a:r>
            <a:endParaRPr lang="th-TH" altLang="ja-JP" sz="2800" b="1">
              <a:effectLst>
                <a:outerShdw blurRad="38100" dist="38100" dir="2700000" algn="tl">
                  <a:srgbClr val="C0C0C0"/>
                </a:outerShdw>
              </a:effectLst>
              <a:latin typeface="Lucida Console" pitchFamily="49" charset="0"/>
              <a:cs typeface="Angsana New" pitchFamily="18" charset="-34"/>
            </a:endParaRPr>
          </a:p>
        </p:txBody>
      </p:sp>
      <p:sp>
        <p:nvSpPr>
          <p:cNvPr id="349201" name="Text Box 17"/>
          <p:cNvSpPr txBox="1">
            <a:spLocks noChangeArrowheads="1"/>
          </p:cNvSpPr>
          <p:nvPr/>
        </p:nvSpPr>
        <p:spPr bwMode="auto">
          <a:xfrm>
            <a:off x="231775" y="5715000"/>
            <a:ext cx="8372475" cy="519113"/>
          </a:xfrm>
          <a:prstGeom prst="rect">
            <a:avLst/>
          </a:prstGeom>
          <a:noFill/>
          <a:ln w="9525">
            <a:noFill/>
            <a:miter lim="800000"/>
            <a:headEnd/>
            <a:tailEnd/>
          </a:ln>
          <a:effectLst/>
        </p:spPr>
        <p:txBody>
          <a:bodyPr wrap="none">
            <a:spAutoFit/>
          </a:bodyPr>
          <a:lstStyle/>
          <a:p>
            <a:pPr>
              <a:defRPr/>
            </a:pPr>
            <a:r>
              <a:rPr lang="en-US" sz="2800" i="1">
                <a:solidFill>
                  <a:srgbClr val="800000"/>
                </a:solidFill>
                <a:effectLst>
                  <a:outerShdw blurRad="38100" dist="38100" dir="2700000" algn="tl">
                    <a:srgbClr val="C0C0C0"/>
                  </a:outerShdw>
                </a:effectLst>
                <a:latin typeface="Franklin Gothic Medium" pitchFamily="34" charset="0"/>
                <a:cs typeface="Angsana New" pitchFamily="18" charset="-34"/>
              </a:rPr>
              <a:t>How to display odd number between 1 </a:t>
            </a:r>
            <a:r>
              <a:rPr lang="en-US" altLang="ja-JP" sz="2800" i="1">
                <a:solidFill>
                  <a:srgbClr val="800000"/>
                </a:solidFill>
                <a:effectLst>
                  <a:outerShdw blurRad="38100" dist="38100" dir="2700000" algn="tl">
                    <a:srgbClr val="C0C0C0"/>
                  </a:outerShdw>
                </a:effectLst>
                <a:latin typeface="Franklin Gothic Medium" pitchFamily="34" charset="0"/>
                <a:cs typeface="Angsana New" pitchFamily="18" charset="-34"/>
              </a:rPr>
              <a:t>to</a:t>
            </a:r>
            <a:r>
              <a:rPr lang="en-US" sz="2800" i="1">
                <a:solidFill>
                  <a:srgbClr val="800000"/>
                </a:solidFill>
                <a:effectLst>
                  <a:outerShdw blurRad="38100" dist="38100" dir="2700000" algn="tl">
                    <a:srgbClr val="C0C0C0"/>
                  </a:outerShdw>
                </a:effectLst>
                <a:latin typeface="Franklin Gothic Medium" pitchFamily="34" charset="0"/>
                <a:cs typeface="Angsana New" pitchFamily="18" charset="-34"/>
              </a:rPr>
              <a:t> J on screen?</a:t>
            </a:r>
            <a:endParaRPr lang="en-US" altLang="ja-JP" sz="2800" i="1">
              <a:solidFill>
                <a:srgbClr val="800000"/>
              </a:solidFill>
              <a:effectLst>
                <a:outerShdw blurRad="38100" dist="38100" dir="2700000" algn="tl">
                  <a:srgbClr val="C0C0C0"/>
                </a:outerShdw>
              </a:effectLst>
              <a:latin typeface="Franklin Gothic Medium" pitchFamily="34" charset="0"/>
              <a:cs typeface="Angsana New" pitchFamily="18" charset="-34"/>
            </a:endParaRPr>
          </a:p>
        </p:txBody>
      </p:sp>
      <p:sp>
        <p:nvSpPr>
          <p:cNvPr id="349205" name="Text Box 21"/>
          <p:cNvSpPr txBox="1">
            <a:spLocks noChangeArrowheads="1"/>
          </p:cNvSpPr>
          <p:nvPr/>
        </p:nvSpPr>
        <p:spPr bwMode="auto">
          <a:xfrm>
            <a:off x="7907338" y="3671888"/>
            <a:ext cx="398462" cy="519112"/>
          </a:xfrm>
          <a:prstGeom prst="rect">
            <a:avLst/>
          </a:prstGeom>
          <a:noFill/>
          <a:ln w="9525">
            <a:noFill/>
            <a:miter lim="800000"/>
            <a:headEnd/>
            <a:tailEnd/>
          </a:ln>
          <a:effectLst/>
        </p:spPr>
        <p:txBody>
          <a:bodyPr wrap="none">
            <a:spAutoFit/>
          </a:bodyPr>
          <a:lstStyle/>
          <a:p>
            <a:pPr>
              <a:defRPr/>
            </a:pPr>
            <a:r>
              <a:rPr lang="en-US" sz="2800" b="1">
                <a:effectLst>
                  <a:outerShdw blurRad="38100" dist="38100" dir="2700000" algn="tl">
                    <a:srgbClr val="C0C0C0"/>
                  </a:outerShdw>
                </a:effectLst>
                <a:latin typeface="Lucida Console" pitchFamily="49" charset="0"/>
                <a:cs typeface="Angsana New" pitchFamily="18" charset="-34"/>
              </a:rPr>
              <a:t>.</a:t>
            </a:r>
            <a:endParaRPr lang="th-TH" altLang="ja-JP" sz="2800" b="1">
              <a:effectLst>
                <a:outerShdw blurRad="38100" dist="38100" dir="2700000" algn="tl">
                  <a:srgbClr val="C0C0C0"/>
                </a:outerShdw>
              </a:effectLst>
              <a:latin typeface="Lucida Console" pitchFamily="49" charset="0"/>
              <a:cs typeface="Angsana New" pitchFamily="18" charset="-34"/>
            </a:endParaRPr>
          </a:p>
        </p:txBody>
      </p:sp>
      <p:sp>
        <p:nvSpPr>
          <p:cNvPr id="349206" name="Text Box 22"/>
          <p:cNvSpPr txBox="1">
            <a:spLocks noChangeArrowheads="1"/>
          </p:cNvSpPr>
          <p:nvPr/>
        </p:nvSpPr>
        <p:spPr bwMode="auto">
          <a:xfrm>
            <a:off x="7907338" y="3519488"/>
            <a:ext cx="398462" cy="519112"/>
          </a:xfrm>
          <a:prstGeom prst="rect">
            <a:avLst/>
          </a:prstGeom>
          <a:noFill/>
          <a:ln w="9525">
            <a:noFill/>
            <a:miter lim="800000"/>
            <a:headEnd/>
            <a:tailEnd/>
          </a:ln>
          <a:effectLst/>
        </p:spPr>
        <p:txBody>
          <a:bodyPr wrap="none">
            <a:spAutoFit/>
          </a:bodyPr>
          <a:lstStyle/>
          <a:p>
            <a:pPr>
              <a:defRPr/>
            </a:pPr>
            <a:r>
              <a:rPr lang="en-US" sz="2800" b="1">
                <a:effectLst>
                  <a:outerShdw blurRad="38100" dist="38100" dir="2700000" algn="tl">
                    <a:srgbClr val="C0C0C0"/>
                  </a:outerShdw>
                </a:effectLst>
                <a:latin typeface="Lucida Console" pitchFamily="49" charset="0"/>
                <a:cs typeface="Angsana New" pitchFamily="18" charset="-34"/>
              </a:rPr>
              <a:t>.</a:t>
            </a:r>
            <a:endParaRPr lang="th-TH" altLang="ja-JP" sz="2800" b="1">
              <a:effectLst>
                <a:outerShdw blurRad="38100" dist="38100" dir="2700000" algn="tl">
                  <a:srgbClr val="C0C0C0"/>
                </a:outerShdw>
              </a:effectLst>
              <a:latin typeface="Lucida Console" pitchFamily="49" charset="0"/>
              <a:cs typeface="Angsana New" pitchFamily="18" charset="-34"/>
            </a:endParaRPr>
          </a:p>
        </p:txBody>
      </p:sp>
    </p:spTree>
    <p:extLst>
      <p:ext uri="{BB962C8B-B14F-4D97-AF65-F5344CB8AC3E}">
        <p14:creationId xmlns:p14="http://schemas.microsoft.com/office/powerpoint/2010/main" val="325089879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49188"/>
                                        </p:tgtEl>
                                        <p:attrNameLst>
                                          <p:attrName>style.visibility</p:attrName>
                                        </p:attrNameLst>
                                      </p:cBhvr>
                                      <p:to>
                                        <p:strVal val="visible"/>
                                      </p:to>
                                    </p:set>
                                    <p:animEffect transition="in" filter="fade">
                                      <p:cBhvr>
                                        <p:cTn id="7" dur="500"/>
                                        <p:tgtEl>
                                          <p:spTgt spid="34918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49195"/>
                                        </p:tgtEl>
                                        <p:attrNameLst>
                                          <p:attrName>style.visibility</p:attrName>
                                        </p:attrNameLst>
                                      </p:cBhvr>
                                      <p:to>
                                        <p:strVal val="visible"/>
                                      </p:to>
                                    </p:set>
                                    <p:animEffect transition="in" filter="dissolve">
                                      <p:cBhvr>
                                        <p:cTn id="12" dur="500"/>
                                        <p:tgtEl>
                                          <p:spTgt spid="34919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49196"/>
                                        </p:tgtEl>
                                        <p:attrNameLst>
                                          <p:attrName>style.visibility</p:attrName>
                                        </p:attrNameLst>
                                      </p:cBhvr>
                                      <p:to>
                                        <p:strVal val="visible"/>
                                      </p:to>
                                    </p:set>
                                    <p:animEffect transition="in" filter="dissolve">
                                      <p:cBhvr>
                                        <p:cTn id="17" dur="500"/>
                                        <p:tgtEl>
                                          <p:spTgt spid="34919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349197"/>
                                        </p:tgtEl>
                                        <p:attrNameLst>
                                          <p:attrName>style.visibility</p:attrName>
                                        </p:attrNameLst>
                                      </p:cBhvr>
                                      <p:to>
                                        <p:strVal val="visible"/>
                                      </p:to>
                                    </p:set>
                                    <p:animEffect transition="in" filter="dissolve">
                                      <p:cBhvr>
                                        <p:cTn id="22" dur="500"/>
                                        <p:tgtEl>
                                          <p:spTgt spid="34919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349198"/>
                                        </p:tgtEl>
                                        <p:attrNameLst>
                                          <p:attrName>style.visibility</p:attrName>
                                        </p:attrNameLst>
                                      </p:cBhvr>
                                      <p:to>
                                        <p:strVal val="visible"/>
                                      </p:to>
                                    </p:set>
                                    <p:animEffect transition="in" filter="dissolve">
                                      <p:cBhvr>
                                        <p:cTn id="27" dur="500"/>
                                        <p:tgtEl>
                                          <p:spTgt spid="34919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349199"/>
                                        </p:tgtEl>
                                        <p:attrNameLst>
                                          <p:attrName>style.visibility</p:attrName>
                                        </p:attrNameLst>
                                      </p:cBhvr>
                                      <p:to>
                                        <p:strVal val="visible"/>
                                      </p:to>
                                    </p:set>
                                    <p:animEffect transition="in" filter="dissolve">
                                      <p:cBhvr>
                                        <p:cTn id="32" dur="500"/>
                                        <p:tgtEl>
                                          <p:spTgt spid="34919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349200"/>
                                        </p:tgtEl>
                                        <p:attrNameLst>
                                          <p:attrName>style.visibility</p:attrName>
                                        </p:attrNameLst>
                                      </p:cBhvr>
                                      <p:to>
                                        <p:strVal val="visible"/>
                                      </p:to>
                                    </p:set>
                                    <p:animEffect transition="in" filter="dissolve">
                                      <p:cBhvr>
                                        <p:cTn id="37" dur="500"/>
                                        <p:tgtEl>
                                          <p:spTgt spid="349200"/>
                                        </p:tgtEl>
                                      </p:cBhvr>
                                    </p:animEffect>
                                  </p:childTnLst>
                                </p:cTn>
                              </p:par>
                              <p:par>
                                <p:cTn id="38" presetID="9" presetClass="entr" presetSubtype="0" fill="hold" grpId="0" nodeType="withEffect">
                                  <p:stCondLst>
                                    <p:cond delay="0"/>
                                  </p:stCondLst>
                                  <p:childTnLst>
                                    <p:set>
                                      <p:cBhvr>
                                        <p:cTn id="39" dur="1" fill="hold">
                                          <p:stCondLst>
                                            <p:cond delay="0"/>
                                          </p:stCondLst>
                                        </p:cTn>
                                        <p:tgtEl>
                                          <p:spTgt spid="349205"/>
                                        </p:tgtEl>
                                        <p:attrNameLst>
                                          <p:attrName>style.visibility</p:attrName>
                                        </p:attrNameLst>
                                      </p:cBhvr>
                                      <p:to>
                                        <p:strVal val="visible"/>
                                      </p:to>
                                    </p:set>
                                    <p:animEffect transition="in" filter="dissolve">
                                      <p:cBhvr>
                                        <p:cTn id="40" dur="500"/>
                                        <p:tgtEl>
                                          <p:spTgt spid="349205"/>
                                        </p:tgtEl>
                                      </p:cBhvr>
                                    </p:animEffect>
                                  </p:childTnLst>
                                </p:cTn>
                              </p:par>
                              <p:par>
                                <p:cTn id="41" presetID="9" presetClass="entr" presetSubtype="0" fill="hold" grpId="0" nodeType="withEffect">
                                  <p:stCondLst>
                                    <p:cond delay="0"/>
                                  </p:stCondLst>
                                  <p:childTnLst>
                                    <p:set>
                                      <p:cBhvr>
                                        <p:cTn id="42" dur="1" fill="hold">
                                          <p:stCondLst>
                                            <p:cond delay="0"/>
                                          </p:stCondLst>
                                        </p:cTn>
                                        <p:tgtEl>
                                          <p:spTgt spid="349206"/>
                                        </p:tgtEl>
                                        <p:attrNameLst>
                                          <p:attrName>style.visibility</p:attrName>
                                        </p:attrNameLst>
                                      </p:cBhvr>
                                      <p:to>
                                        <p:strVal val="visible"/>
                                      </p:to>
                                    </p:set>
                                    <p:animEffect transition="in" filter="dissolve">
                                      <p:cBhvr>
                                        <p:cTn id="43" dur="500"/>
                                        <p:tgtEl>
                                          <p:spTgt spid="349206"/>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9" presetClass="entr" presetSubtype="0" fill="hold" grpId="0" nodeType="clickEffect">
                                  <p:stCondLst>
                                    <p:cond delay="0"/>
                                  </p:stCondLst>
                                  <p:childTnLst>
                                    <p:set>
                                      <p:cBhvr>
                                        <p:cTn id="47" dur="1" fill="hold">
                                          <p:stCondLst>
                                            <p:cond delay="0"/>
                                          </p:stCondLst>
                                        </p:cTn>
                                        <p:tgtEl>
                                          <p:spTgt spid="349201"/>
                                        </p:tgtEl>
                                        <p:attrNameLst>
                                          <p:attrName>style.visibility</p:attrName>
                                        </p:attrNameLst>
                                      </p:cBhvr>
                                      <p:to>
                                        <p:strVal val="visible"/>
                                      </p:to>
                                    </p:set>
                                    <p:animEffect transition="in" filter="dissolve">
                                      <p:cBhvr>
                                        <p:cTn id="48" dur="500"/>
                                        <p:tgtEl>
                                          <p:spTgt spid="3492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9188" grpId="0" animBg="1" autoUpdateAnimBg="0"/>
      <p:bldP spid="349195" grpId="0" animBg="1"/>
      <p:bldP spid="349196" grpId="0"/>
      <p:bldP spid="349197" grpId="0"/>
      <p:bldP spid="349198" grpId="0"/>
      <p:bldP spid="349199" grpId="0"/>
      <p:bldP spid="349200" grpId="0"/>
      <p:bldP spid="349201" grpId="0"/>
      <p:bldP spid="349205" grpId="0"/>
      <p:bldP spid="349206"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24B5A1"/>
                </a:solidFill>
                <a:latin typeface="Arial"/>
              </a:rPr>
              <a:t>4.9  </a:t>
            </a:r>
            <a:r>
              <a:rPr lang="en-US" dirty="0">
                <a:solidFill>
                  <a:srgbClr val="3380E6"/>
                </a:solidFill>
                <a:latin typeface="Arial"/>
              </a:rPr>
              <a:t>Formulating Algorithms: Counter-Controlled Iteration</a:t>
            </a:r>
          </a:p>
        </p:txBody>
      </p:sp>
      <p:sp>
        <p:nvSpPr>
          <p:cNvPr id="63491" name="Text Placeholder 2"/>
          <p:cNvSpPr>
            <a:spLocks noGrp="1"/>
          </p:cNvSpPr>
          <p:nvPr>
            <p:ph type="body" idx="1"/>
          </p:nvPr>
        </p:nvSpPr>
        <p:spPr/>
        <p:txBody>
          <a:bodyPr/>
          <a:lstStyle/>
          <a:p>
            <a:pPr eaLnBrk="1" hangingPunct="1"/>
            <a:r>
              <a:rPr lang="en-US" altLang="en-US" dirty="0">
                <a:solidFill>
                  <a:srgbClr val="000000"/>
                </a:solidFill>
                <a:latin typeface="Cambria" panose="02040503050406030204" pitchFamily="18" charset="0"/>
              </a:rPr>
              <a:t>Consider the following problem statement:</a:t>
            </a:r>
          </a:p>
          <a:p>
            <a:pPr lvl="1" eaLnBrk="1" hangingPunct="1"/>
            <a:r>
              <a:rPr lang="en-US" altLang="en-US" dirty="0">
                <a:solidFill>
                  <a:srgbClr val="000000"/>
                </a:solidFill>
                <a:latin typeface="Cambria" panose="02040503050406030204" pitchFamily="18" charset="0"/>
              </a:rPr>
              <a:t>A class of ten students took a quiz. The grades (integers in the range 0-100) for this quiz are available to you. Determine the class average on the quiz. </a:t>
            </a:r>
          </a:p>
          <a:p>
            <a:pPr eaLnBrk="1" hangingPunct="1"/>
            <a:r>
              <a:rPr lang="en-US" altLang="en-US" dirty="0">
                <a:solidFill>
                  <a:srgbClr val="000000"/>
                </a:solidFill>
                <a:latin typeface="Cambria" panose="02040503050406030204" pitchFamily="18" charset="0"/>
              </a:rPr>
              <a:t>The class average is equal to the sum of the grades divided by the number of students.</a:t>
            </a:r>
          </a:p>
          <a:p>
            <a:pPr eaLnBrk="1" hangingPunct="1"/>
            <a:r>
              <a:rPr lang="en-US" altLang="en-US" dirty="0">
                <a:solidFill>
                  <a:srgbClr val="000000"/>
                </a:solidFill>
                <a:latin typeface="Cambria" panose="02040503050406030204" pitchFamily="18" charset="0"/>
              </a:rPr>
              <a:t>The algorithm for solving this problem on a computer must input each grade, keep track of the total of all grades entered, perform the averaging calculation and print the result. </a:t>
            </a:r>
          </a:p>
        </p:txBody>
      </p:sp>
      <p:sp>
        <p:nvSpPr>
          <p:cNvPr id="67588"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00B050"/>
                </a:solidFill>
                <a:latin typeface="Arial"/>
              </a:rPr>
              <a:t>4.9.1  Pseudocode Algorithm with Counter Controlled Iteration</a:t>
            </a:r>
            <a:endParaRPr lang="en-US" dirty="0">
              <a:solidFill>
                <a:srgbClr val="3380E6"/>
              </a:solidFill>
              <a:latin typeface="Arial"/>
            </a:endParaRPr>
          </a:p>
        </p:txBody>
      </p:sp>
      <p:sp>
        <p:nvSpPr>
          <p:cNvPr id="64515" name="Text Placeholder 2"/>
          <p:cNvSpPr>
            <a:spLocks noGrp="1"/>
          </p:cNvSpPr>
          <p:nvPr>
            <p:ph type="body" idx="1"/>
          </p:nvPr>
        </p:nvSpPr>
        <p:spPr/>
        <p:txBody>
          <a:bodyPr/>
          <a:lstStyle/>
          <a:p>
            <a:pPr eaLnBrk="1" hangingPunct="1"/>
            <a:r>
              <a:rPr lang="en-US" altLang="en-US" dirty="0">
                <a:solidFill>
                  <a:srgbClr val="000000"/>
                </a:solidFill>
                <a:latin typeface="Cambria" panose="02040503050406030204" pitchFamily="18" charset="0"/>
              </a:rPr>
              <a:t>To start, use a </a:t>
            </a:r>
            <a:r>
              <a:rPr lang="en-US" altLang="en-US" dirty="0">
                <a:solidFill>
                  <a:srgbClr val="0000FF"/>
                </a:solidFill>
                <a:latin typeface="Cambria" panose="02040503050406030204" pitchFamily="18" charset="0"/>
              </a:rPr>
              <a:t>counter-controlled iteration</a:t>
            </a:r>
            <a:r>
              <a:rPr lang="en-US" altLang="en-US" dirty="0">
                <a:solidFill>
                  <a:srgbClr val="000000"/>
                </a:solidFill>
                <a:latin typeface="Cambria" panose="02040503050406030204" pitchFamily="18" charset="0"/>
              </a:rPr>
              <a:t> to input the grades one at a time. Assume 10 grades.</a:t>
            </a:r>
          </a:p>
          <a:p>
            <a:pPr lvl="1" eaLnBrk="1" hangingPunct="1"/>
            <a:r>
              <a:rPr lang="en-US" altLang="en-US" dirty="0">
                <a:solidFill>
                  <a:srgbClr val="000000"/>
                </a:solidFill>
                <a:latin typeface="Cambria" panose="02040503050406030204" pitchFamily="18" charset="0"/>
              </a:rPr>
              <a:t>This technique uses a variable called a </a:t>
            </a:r>
            <a:r>
              <a:rPr lang="en-US" altLang="en-US" dirty="0">
                <a:solidFill>
                  <a:srgbClr val="0000FF"/>
                </a:solidFill>
                <a:latin typeface="Cambria" panose="02040503050406030204" pitchFamily="18" charset="0"/>
              </a:rPr>
              <a:t>counter</a:t>
            </a:r>
            <a:r>
              <a:rPr lang="en-US" altLang="en-US" dirty="0">
                <a:solidFill>
                  <a:srgbClr val="000000"/>
                </a:solidFill>
                <a:latin typeface="Cambria" panose="02040503050406030204" pitchFamily="18" charset="0"/>
              </a:rPr>
              <a:t> (or </a:t>
            </a:r>
            <a:r>
              <a:rPr lang="en-US" altLang="en-US" dirty="0">
                <a:solidFill>
                  <a:srgbClr val="0000FF"/>
                </a:solidFill>
                <a:latin typeface="Cambria" panose="02040503050406030204" pitchFamily="18" charset="0"/>
              </a:rPr>
              <a:t>control variable</a:t>
            </a:r>
            <a:r>
              <a:rPr lang="en-US" altLang="en-US" dirty="0">
                <a:solidFill>
                  <a:srgbClr val="000000"/>
                </a:solidFill>
                <a:latin typeface="Cambria" panose="02040503050406030204" pitchFamily="18" charset="0"/>
              </a:rPr>
              <a:t>).</a:t>
            </a:r>
          </a:p>
          <a:p>
            <a:pPr lvl="1" eaLnBrk="1" hangingPunct="1"/>
            <a:r>
              <a:rPr lang="en-US" altLang="en-US" dirty="0">
                <a:solidFill>
                  <a:srgbClr val="000000"/>
                </a:solidFill>
                <a:latin typeface="Cambria" panose="02040503050406030204" pitchFamily="18" charset="0"/>
              </a:rPr>
              <a:t>That is:</a:t>
            </a:r>
          </a:p>
          <a:p>
            <a:pPr lvl="3" eaLnBrk="1" hangingPunct="1"/>
            <a:r>
              <a:rPr lang="en-US" altLang="en-US" dirty="0">
                <a:solidFill>
                  <a:srgbClr val="000000"/>
                </a:solidFill>
                <a:latin typeface="Cambria" panose="02040503050406030204" pitchFamily="18" charset="0"/>
              </a:rPr>
              <a:t>Define some variable count, initialized to 0;</a:t>
            </a:r>
          </a:p>
          <a:p>
            <a:pPr lvl="3" eaLnBrk="1" hangingPunct="1"/>
            <a:r>
              <a:rPr lang="en-US" altLang="en-US" dirty="0">
                <a:solidFill>
                  <a:srgbClr val="000000"/>
                </a:solidFill>
                <a:latin typeface="Cambria" panose="02040503050406030204" pitchFamily="18" charset="0"/>
              </a:rPr>
              <a:t>While(count &lt; 10)</a:t>
            </a:r>
          </a:p>
          <a:p>
            <a:pPr lvl="3" eaLnBrk="1" hangingPunct="1"/>
            <a:r>
              <a:rPr lang="en-US" altLang="en-US" dirty="0">
                <a:solidFill>
                  <a:srgbClr val="000000"/>
                </a:solidFill>
                <a:latin typeface="Cambria" panose="02040503050406030204" pitchFamily="18" charset="0"/>
              </a:rPr>
              <a:t>	{</a:t>
            </a:r>
          </a:p>
          <a:p>
            <a:pPr lvl="3" eaLnBrk="1" hangingPunct="1"/>
            <a:r>
              <a:rPr lang="en-US" altLang="en-US" dirty="0">
                <a:solidFill>
                  <a:srgbClr val="000000"/>
                </a:solidFill>
                <a:latin typeface="Cambria" panose="02040503050406030204" pitchFamily="18" charset="0"/>
              </a:rPr>
              <a:t>	</a:t>
            </a:r>
            <a:r>
              <a:rPr lang="en-US" altLang="en-US" dirty="0" err="1">
                <a:solidFill>
                  <a:srgbClr val="000000"/>
                </a:solidFill>
                <a:latin typeface="Cambria" panose="02040503050406030204" pitchFamily="18" charset="0"/>
              </a:rPr>
              <a:t>cin</a:t>
            </a:r>
            <a:r>
              <a:rPr lang="en-US" altLang="en-US" dirty="0">
                <a:solidFill>
                  <a:srgbClr val="000000"/>
                </a:solidFill>
                <a:latin typeface="Cambria" panose="02040503050406030204" pitchFamily="18" charset="0"/>
              </a:rPr>
              <a:t> &lt;&lt; grade;</a:t>
            </a:r>
          </a:p>
          <a:p>
            <a:pPr lvl="3" eaLnBrk="1" hangingPunct="1"/>
            <a:r>
              <a:rPr lang="en-US" altLang="en-US" dirty="0">
                <a:solidFill>
                  <a:srgbClr val="000000"/>
                </a:solidFill>
                <a:latin typeface="Cambria" panose="02040503050406030204" pitchFamily="18" charset="0"/>
              </a:rPr>
              <a:t>	add grade to total, </a:t>
            </a:r>
            <a:r>
              <a:rPr lang="en-US" altLang="en-US" dirty="0" err="1">
                <a:solidFill>
                  <a:srgbClr val="000000"/>
                </a:solidFill>
                <a:latin typeface="Cambria" panose="02040503050406030204" pitchFamily="18" charset="0"/>
              </a:rPr>
              <a:t>etc</a:t>
            </a:r>
            <a:endParaRPr lang="en-US" altLang="en-US" dirty="0">
              <a:solidFill>
                <a:srgbClr val="000000"/>
              </a:solidFill>
              <a:latin typeface="Cambria" panose="02040503050406030204" pitchFamily="18" charset="0"/>
            </a:endParaRPr>
          </a:p>
          <a:p>
            <a:pPr lvl="3" eaLnBrk="1" hangingPunct="1"/>
            <a:r>
              <a:rPr lang="en-US" altLang="en-US" dirty="0">
                <a:solidFill>
                  <a:srgbClr val="000000"/>
                </a:solidFill>
                <a:latin typeface="Cambria" panose="02040503050406030204" pitchFamily="18" charset="0"/>
              </a:rPr>
              <a:t>	count = count + 1;</a:t>
            </a:r>
          </a:p>
          <a:p>
            <a:pPr lvl="3" eaLnBrk="1" hangingPunct="1"/>
            <a:r>
              <a:rPr lang="en-US" altLang="en-US" dirty="0">
                <a:solidFill>
                  <a:srgbClr val="000000"/>
                </a:solidFill>
                <a:latin typeface="Cambria" panose="02040503050406030204" pitchFamily="18" charset="0"/>
              </a:rPr>
              <a:t>	}</a:t>
            </a:r>
          </a:p>
        </p:txBody>
      </p:sp>
      <p:sp>
        <p:nvSpPr>
          <p:cNvPr id="68612"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fontAlgn="auto" hangingPunct="1">
              <a:spcAft>
                <a:spcPts val="0"/>
              </a:spcAft>
              <a:defRPr/>
            </a:pPr>
            <a:r>
              <a:rPr lang="en-US" dirty="0">
                <a:solidFill>
                  <a:srgbClr val="00B050"/>
                </a:solidFill>
                <a:latin typeface="Arial"/>
              </a:rPr>
              <a:t>4.9.2 Local variables</a:t>
            </a:r>
            <a:endParaRPr lang="en-US" dirty="0">
              <a:solidFill>
                <a:srgbClr val="3380E6"/>
              </a:solidFill>
              <a:latin typeface="Arial"/>
            </a:endParaRPr>
          </a:p>
        </p:txBody>
      </p:sp>
      <p:sp>
        <p:nvSpPr>
          <p:cNvPr id="73731" name="Text Placeholder 2"/>
          <p:cNvSpPr>
            <a:spLocks noGrp="1"/>
          </p:cNvSpPr>
          <p:nvPr>
            <p:ph type="body" idx="1"/>
          </p:nvPr>
        </p:nvSpPr>
        <p:spPr/>
        <p:txBody>
          <a:bodyPr/>
          <a:lstStyle/>
          <a:p>
            <a:pPr eaLnBrk="1" hangingPunct="1"/>
            <a:r>
              <a:rPr lang="en-US" altLang="en-US" dirty="0">
                <a:solidFill>
                  <a:srgbClr val="000000"/>
                </a:solidFill>
                <a:latin typeface="Cambria" panose="02040503050406030204" pitchFamily="18" charset="0"/>
              </a:rPr>
              <a:t>A variable declared in a function body is a local variable and can be used only from the line of its declaration to the closing right brace of the block in which the variable is declared. </a:t>
            </a:r>
          </a:p>
          <a:p>
            <a:pPr eaLnBrk="1" hangingPunct="1"/>
            <a:r>
              <a:rPr lang="en-US" altLang="en-US" dirty="0">
                <a:solidFill>
                  <a:srgbClr val="000000"/>
                </a:solidFill>
                <a:latin typeface="Cambria" panose="02040503050406030204" pitchFamily="18" charset="0"/>
              </a:rPr>
              <a:t>A local variable’s declaration must appear before the variable is used; otherwise, a compilation error occurs. </a:t>
            </a:r>
          </a:p>
          <a:p>
            <a:pPr marL="109537" indent="0" eaLnBrk="1" hangingPunct="1">
              <a:buNone/>
            </a:pPr>
            <a:r>
              <a:rPr lang="en-US" altLang="en-US" dirty="0">
                <a:solidFill>
                  <a:srgbClr val="000000"/>
                </a:solidFill>
                <a:latin typeface="Cambria" panose="02040503050406030204" pitchFamily="18" charset="0"/>
              </a:rPr>
              <a:t> </a:t>
            </a:r>
          </a:p>
        </p:txBody>
      </p:sp>
      <p:sp>
        <p:nvSpPr>
          <p:cNvPr id="77828"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extLst>
      <p:ext uri="{BB962C8B-B14F-4D97-AF65-F5344CB8AC3E}">
        <p14:creationId xmlns:p14="http://schemas.microsoft.com/office/powerpoint/2010/main" val="424743708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fontAlgn="auto" hangingPunct="1">
              <a:spcAft>
                <a:spcPts val="0"/>
              </a:spcAft>
              <a:defRPr/>
            </a:pPr>
            <a:r>
              <a:rPr lang="en-US" dirty="0">
                <a:solidFill>
                  <a:srgbClr val="00B050"/>
                </a:solidFill>
                <a:latin typeface="Arial"/>
              </a:rPr>
              <a:t>4.9.3 Arithmetic Overflow</a:t>
            </a:r>
            <a:endParaRPr lang="en-US" dirty="0">
              <a:solidFill>
                <a:srgbClr val="3380E6"/>
              </a:solidFill>
              <a:latin typeface="Arial"/>
            </a:endParaRPr>
          </a:p>
        </p:txBody>
      </p:sp>
      <p:sp>
        <p:nvSpPr>
          <p:cNvPr id="82947" name="Text Placeholder 2"/>
          <p:cNvSpPr>
            <a:spLocks noGrp="1"/>
          </p:cNvSpPr>
          <p:nvPr>
            <p:ph type="body" idx="1"/>
          </p:nvPr>
        </p:nvSpPr>
        <p:spPr/>
        <p:txBody>
          <a:bodyPr/>
          <a:lstStyle/>
          <a:p>
            <a:pPr eaLnBrk="1" hangingPunct="1">
              <a:defRPr/>
            </a:pPr>
            <a:r>
              <a:rPr lang="en-US" sz="2400" dirty="0">
                <a:solidFill>
                  <a:srgbClr val="000000"/>
                </a:solidFill>
                <a:latin typeface="Cambria" panose="02040503050406030204" pitchFamily="18" charset="0"/>
              </a:rPr>
              <a:t>In Fig. 4.10, line 16</a:t>
            </a:r>
          </a:p>
          <a:p>
            <a:pPr marL="109537" indent="0" eaLnBrk="1" hangingPunct="1">
              <a:buFont typeface="Wingdings 3" panose="05040102010807070707" pitchFamily="18" charset="2"/>
              <a:buNone/>
              <a:defRPr/>
            </a:pPr>
            <a:r>
              <a:rPr lang="en-US" sz="1800" dirty="0">
                <a:solidFill>
                  <a:srgbClr val="000000"/>
                </a:solidFill>
                <a:latin typeface="Consolas" panose="020B0609020204030204" pitchFamily="49" charset="0"/>
              </a:rPr>
              <a:t>	total = total + grade; // add grade to total</a:t>
            </a:r>
          </a:p>
          <a:p>
            <a:pPr marL="109537" indent="0" eaLnBrk="1" hangingPunct="1">
              <a:buFont typeface="Wingdings 3" panose="05040102010807070707" pitchFamily="18" charset="2"/>
              <a:buNone/>
              <a:defRPr/>
            </a:pPr>
            <a:r>
              <a:rPr lang="en-US" sz="2400" dirty="0">
                <a:solidFill>
                  <a:srgbClr val="000000"/>
                </a:solidFill>
                <a:latin typeface="Cambria" panose="02040503050406030204" pitchFamily="18" charset="0"/>
              </a:rPr>
              <a:t>    added each grade entered by the user to the total. </a:t>
            </a:r>
          </a:p>
          <a:p>
            <a:pPr eaLnBrk="1" hangingPunct="1">
              <a:defRPr/>
            </a:pPr>
            <a:r>
              <a:rPr lang="en-US" sz="2400" dirty="0">
                <a:solidFill>
                  <a:srgbClr val="000000"/>
                </a:solidFill>
                <a:latin typeface="Cambria" panose="02040503050406030204" pitchFamily="18" charset="0"/>
              </a:rPr>
              <a:t>Even this simple statement has a </a:t>
            </a:r>
            <a:r>
              <a:rPr lang="en-US" sz="2400" i="1" dirty="0">
                <a:solidFill>
                  <a:srgbClr val="000000"/>
                </a:solidFill>
                <a:latin typeface="Cambria" panose="02040503050406030204" pitchFamily="18" charset="0"/>
              </a:rPr>
              <a:t>potential</a:t>
            </a:r>
            <a:r>
              <a:rPr lang="en-US" sz="2400" dirty="0">
                <a:solidFill>
                  <a:srgbClr val="000000"/>
                </a:solidFill>
                <a:latin typeface="Cambria" panose="02040503050406030204" pitchFamily="18" charset="0"/>
              </a:rPr>
              <a:t> problem—adding the integers could result in a value that’s </a:t>
            </a:r>
            <a:r>
              <a:rPr lang="en-US" sz="2400" i="1" dirty="0">
                <a:solidFill>
                  <a:srgbClr val="000000"/>
                </a:solidFill>
                <a:latin typeface="Cambria" panose="02040503050406030204" pitchFamily="18" charset="0"/>
              </a:rPr>
              <a:t>too large</a:t>
            </a:r>
            <a:r>
              <a:rPr lang="en-US" sz="2400" dirty="0">
                <a:solidFill>
                  <a:srgbClr val="000000"/>
                </a:solidFill>
                <a:latin typeface="Cambria" panose="02040503050406030204" pitchFamily="18" charset="0"/>
              </a:rPr>
              <a:t> to store in an </a:t>
            </a:r>
            <a:r>
              <a:rPr lang="en-US" sz="2400" dirty="0" err="1">
                <a:solidFill>
                  <a:srgbClr val="000000"/>
                </a:solidFill>
                <a:latin typeface="Consolas" panose="020B0609020204030204" pitchFamily="49" charset="0"/>
              </a:rPr>
              <a:t>int</a:t>
            </a:r>
            <a:r>
              <a:rPr lang="en-US" sz="2400" dirty="0">
                <a:solidFill>
                  <a:srgbClr val="000000"/>
                </a:solidFill>
                <a:latin typeface="Cambria" panose="02040503050406030204" pitchFamily="18" charset="0"/>
              </a:rPr>
              <a:t> variable. </a:t>
            </a:r>
          </a:p>
          <a:p>
            <a:pPr eaLnBrk="1" hangingPunct="1">
              <a:defRPr/>
            </a:pPr>
            <a:r>
              <a:rPr lang="en-US" sz="2400" dirty="0">
                <a:solidFill>
                  <a:srgbClr val="000000"/>
                </a:solidFill>
                <a:latin typeface="Cambria" panose="02040503050406030204" pitchFamily="18" charset="0"/>
              </a:rPr>
              <a:t>This is known as </a:t>
            </a:r>
            <a:r>
              <a:rPr lang="en-US" sz="2400" dirty="0">
                <a:solidFill>
                  <a:srgbClr val="0000FF"/>
                </a:solidFill>
                <a:latin typeface="Cambria" panose="02040503050406030204" pitchFamily="18" charset="0"/>
              </a:rPr>
              <a:t>arithmetic overflow </a:t>
            </a:r>
            <a:r>
              <a:rPr lang="en-US" sz="2400" dirty="0">
                <a:solidFill>
                  <a:srgbClr val="000000"/>
                </a:solidFill>
                <a:latin typeface="Cambria" panose="02040503050406030204" pitchFamily="18" charset="0"/>
              </a:rPr>
              <a:t>and causes </a:t>
            </a:r>
            <a:r>
              <a:rPr lang="en-US" sz="2400" i="1" dirty="0">
                <a:solidFill>
                  <a:srgbClr val="000000"/>
                </a:solidFill>
                <a:latin typeface="Cambria" panose="02040503050406030204" pitchFamily="18" charset="0"/>
              </a:rPr>
              <a:t>undefined behavior</a:t>
            </a:r>
            <a:r>
              <a:rPr lang="en-US" sz="2400" dirty="0">
                <a:solidFill>
                  <a:srgbClr val="000000"/>
                </a:solidFill>
                <a:latin typeface="Cambria" panose="02040503050406030204" pitchFamily="18" charset="0"/>
              </a:rPr>
              <a:t>, which can lead to security problems or unintended results  </a:t>
            </a:r>
          </a:p>
          <a:p>
            <a:pPr lvl="1" eaLnBrk="1" hangingPunct="1">
              <a:defRPr/>
            </a:pPr>
            <a:r>
              <a:rPr lang="en-US" sz="2000" dirty="0">
                <a:solidFill>
                  <a:srgbClr val="000000"/>
                </a:solidFill>
                <a:latin typeface="Consolas" panose="020B0609020204030204" pitchFamily="49" charset="0"/>
                <a:hlinkClick r:id="rId3"/>
              </a:rPr>
              <a:t>http://en.wikipedia.org/wiki/Integer_overflow</a:t>
            </a:r>
            <a:br>
              <a:rPr lang="en-US" sz="2000" dirty="0">
                <a:solidFill>
                  <a:srgbClr val="000000"/>
                </a:solidFill>
                <a:latin typeface="Consolas" panose="020B0609020204030204" pitchFamily="49" charset="0"/>
                <a:hlinkClick r:id="rId3"/>
              </a:rPr>
            </a:br>
            <a:r>
              <a:rPr lang="en-US" sz="2000" dirty="0">
                <a:solidFill>
                  <a:srgbClr val="000000"/>
                </a:solidFill>
                <a:latin typeface="Consolas" panose="020B0609020204030204" pitchFamily="49" charset="0"/>
                <a:hlinkClick r:id="rId3"/>
              </a:rPr>
              <a:t>#Security_ramifications</a:t>
            </a:r>
            <a:r>
              <a:rPr lang="en-US" sz="2000" dirty="0">
                <a:solidFill>
                  <a:srgbClr val="000000"/>
                </a:solidFill>
                <a:latin typeface="Consolas" panose="020B0609020204030204" pitchFamily="49" charset="0"/>
              </a:rPr>
              <a:t> </a:t>
            </a:r>
            <a:endParaRPr lang="en-US" sz="3600" dirty="0">
              <a:solidFill>
                <a:srgbClr val="000000"/>
              </a:solidFill>
              <a:latin typeface="Cambria" panose="02040503050406030204" pitchFamily="18" charset="0"/>
            </a:endParaRPr>
          </a:p>
        </p:txBody>
      </p:sp>
      <p:sp>
        <p:nvSpPr>
          <p:cNvPr id="86020"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fontAlgn="auto" hangingPunct="1">
              <a:spcAft>
                <a:spcPts val="0"/>
              </a:spcAft>
              <a:defRPr/>
            </a:pPr>
            <a:r>
              <a:rPr lang="en-US" dirty="0">
                <a:solidFill>
                  <a:srgbClr val="00B050"/>
                </a:solidFill>
                <a:latin typeface="Arial"/>
              </a:rPr>
              <a:t>4.9.4 Input Validation</a:t>
            </a:r>
            <a:endParaRPr lang="en-US" dirty="0">
              <a:solidFill>
                <a:srgbClr val="3380E6"/>
              </a:solidFill>
              <a:latin typeface="Arial"/>
            </a:endParaRPr>
          </a:p>
        </p:txBody>
      </p:sp>
      <p:sp>
        <p:nvSpPr>
          <p:cNvPr id="82947" name="Text Placeholder 2"/>
          <p:cNvSpPr>
            <a:spLocks noGrp="1"/>
          </p:cNvSpPr>
          <p:nvPr>
            <p:ph type="body" idx="1"/>
          </p:nvPr>
        </p:nvSpPr>
        <p:spPr/>
        <p:txBody>
          <a:bodyPr/>
          <a:lstStyle/>
          <a:p>
            <a:pPr eaLnBrk="1" hangingPunct="1">
              <a:defRPr/>
            </a:pPr>
            <a:r>
              <a:rPr lang="en-US" sz="2200" dirty="0">
                <a:solidFill>
                  <a:srgbClr val="000000"/>
                </a:solidFill>
                <a:latin typeface="Cambria" panose="02040503050406030204" pitchFamily="18" charset="0"/>
              </a:rPr>
              <a:t>To ensure that inputs are valid, industrial-strength programs must test for all possible erroneous cases. </a:t>
            </a:r>
          </a:p>
          <a:p>
            <a:pPr eaLnBrk="1" hangingPunct="1">
              <a:defRPr/>
            </a:pPr>
            <a:r>
              <a:rPr lang="en-US" sz="2200" dirty="0">
                <a:solidFill>
                  <a:srgbClr val="000000"/>
                </a:solidFill>
                <a:latin typeface="Cambria" panose="02040503050406030204" pitchFamily="18" charset="0"/>
              </a:rPr>
              <a:t>A  program that inputs grades should validate the grades by using range checking to ensure that they’re values from 0 to 100. </a:t>
            </a:r>
          </a:p>
          <a:p>
            <a:pPr eaLnBrk="1" hangingPunct="1">
              <a:defRPr/>
            </a:pPr>
            <a:r>
              <a:rPr lang="en-US" sz="2200" dirty="0">
                <a:solidFill>
                  <a:srgbClr val="000000"/>
                </a:solidFill>
                <a:latin typeface="Cambria" panose="02040503050406030204" pitchFamily="18" charset="0"/>
              </a:rPr>
              <a:t>You can then ask the user to reenter any value that’s out of range. </a:t>
            </a:r>
          </a:p>
          <a:p>
            <a:pPr eaLnBrk="1" hangingPunct="1">
              <a:defRPr/>
            </a:pPr>
            <a:r>
              <a:rPr lang="en-US" sz="2200" dirty="0">
                <a:solidFill>
                  <a:srgbClr val="000000"/>
                </a:solidFill>
                <a:latin typeface="Cambria" panose="02040503050406030204" pitchFamily="18" charset="0"/>
              </a:rPr>
              <a:t>If a program requires inputs from a specific set of values (e.g., </a:t>
            </a:r>
            <a:r>
              <a:rPr lang="en-US" sz="2200" dirty="0" err="1">
                <a:solidFill>
                  <a:srgbClr val="000000"/>
                </a:solidFill>
                <a:latin typeface="Cambria" panose="02040503050406030204" pitchFamily="18" charset="0"/>
              </a:rPr>
              <a:t>nonsequential</a:t>
            </a:r>
            <a:r>
              <a:rPr lang="en-US" sz="2200" dirty="0">
                <a:solidFill>
                  <a:srgbClr val="000000"/>
                </a:solidFill>
                <a:latin typeface="Cambria" panose="02040503050406030204" pitchFamily="18" charset="0"/>
              </a:rPr>
              <a:t> product codes), you can ensure that each input matches a value in the set.  </a:t>
            </a:r>
          </a:p>
        </p:txBody>
      </p:sp>
      <p:sp>
        <p:nvSpPr>
          <p:cNvPr id="86020"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fld id="{C1D641F9-E7DD-463F-A5F5-D3224E75A7F7}" type="slidenum">
              <a:rPr lang="en-US" altLang="en-US" sz="1400"/>
              <a:pPr/>
              <a:t>57</a:t>
            </a:fld>
            <a:endParaRPr lang="en-US" altLang="en-US" sz="1400"/>
          </a:p>
        </p:txBody>
      </p:sp>
      <p:sp>
        <p:nvSpPr>
          <p:cNvPr id="23555" name="Rectangle 2"/>
          <p:cNvSpPr>
            <a:spLocks noGrp="1" noChangeArrowheads="1"/>
          </p:cNvSpPr>
          <p:nvPr>
            <p:ph type="title"/>
          </p:nvPr>
        </p:nvSpPr>
        <p:spPr>
          <a:xfrm>
            <a:off x="152400" y="228600"/>
            <a:ext cx="8763000" cy="895350"/>
          </a:xfrm>
        </p:spPr>
        <p:txBody>
          <a:bodyPr>
            <a:normAutofit fontScale="90000"/>
          </a:bodyPr>
          <a:lstStyle/>
          <a:p>
            <a:r>
              <a:rPr lang="en-US" altLang="en-US" smtClean="0"/>
              <a:t>Ending a Loop with a Sentinel Value </a:t>
            </a:r>
          </a:p>
        </p:txBody>
      </p:sp>
      <p:sp>
        <p:nvSpPr>
          <p:cNvPr id="23556" name="Rectangle 3"/>
          <p:cNvSpPr>
            <a:spLocks noGrp="1" noChangeArrowheads="1"/>
          </p:cNvSpPr>
          <p:nvPr>
            <p:ph type="body" idx="1"/>
          </p:nvPr>
        </p:nvSpPr>
        <p:spPr>
          <a:xfrm>
            <a:off x="228600" y="1295400"/>
            <a:ext cx="8721725" cy="4092575"/>
          </a:xfrm>
        </p:spPr>
        <p:txBody>
          <a:bodyPr/>
          <a:lstStyle/>
          <a:p>
            <a:pPr marL="0" indent="0">
              <a:spcBef>
                <a:spcPct val="100000"/>
              </a:spcBef>
              <a:buFont typeface="Monotype Sorts"/>
              <a:buNone/>
            </a:pPr>
            <a:r>
              <a:rPr lang="en-US" altLang="en-US" smtClean="0"/>
              <a:t>Often the number of times a loop is executed is not predetermined. You may use an input value to signify the end of the loop. Such a value is known as a </a:t>
            </a:r>
            <a:r>
              <a:rPr lang="en-US" altLang="en-US" i="1" smtClean="0"/>
              <a:t>sentinel value</a:t>
            </a:r>
            <a:r>
              <a:rPr lang="en-US" altLang="en-US" smtClean="0"/>
              <a:t>. </a:t>
            </a:r>
          </a:p>
        </p:txBody>
      </p:sp>
    </p:spTree>
    <p:extLst>
      <p:ext uri="{BB962C8B-B14F-4D97-AF65-F5344CB8AC3E}">
        <p14:creationId xmlns:p14="http://schemas.microsoft.com/office/powerpoint/2010/main" val="3629286407"/>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Number Placeholder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fld id="{EC2D9B3E-9B1E-45B6-BF88-3248103D52C5}" type="slidenum">
              <a:rPr lang="ja-JP" altLang="en-US" sz="1200">
                <a:latin typeface="Arial Black" panose="020B0A04020102020204" pitchFamily="34" charset="0"/>
                <a:ea typeface="MS PGothic" panose="020B0600070205080204" pitchFamily="34" charset="-128"/>
              </a:rPr>
              <a:pPr eaLnBrk="1" hangingPunct="1">
                <a:spcBef>
                  <a:spcPct val="0"/>
                </a:spcBef>
                <a:buClrTx/>
                <a:buSzTx/>
                <a:buFontTx/>
                <a:buNone/>
              </a:pPr>
              <a:t>58</a:t>
            </a:fld>
            <a:endParaRPr lang="en-US" altLang="ja-JP" sz="1200">
              <a:latin typeface="Arial Black" panose="020B0A04020102020204" pitchFamily="34" charset="0"/>
              <a:ea typeface="MS PGothic" panose="020B0600070205080204" pitchFamily="34" charset="-128"/>
            </a:endParaRPr>
          </a:p>
        </p:txBody>
      </p:sp>
      <p:sp>
        <p:nvSpPr>
          <p:cNvPr id="24579" name="Rectangle 2"/>
          <p:cNvSpPr>
            <a:spLocks noGrp="1" noChangeArrowheads="1"/>
          </p:cNvSpPr>
          <p:nvPr>
            <p:ph type="title"/>
          </p:nvPr>
        </p:nvSpPr>
        <p:spPr>
          <a:xfrm>
            <a:off x="457200" y="404813"/>
            <a:ext cx="8686800" cy="792162"/>
          </a:xfrm>
        </p:spPr>
        <p:txBody>
          <a:bodyPr/>
          <a:lstStyle/>
          <a:p>
            <a:pPr eaLnBrk="1" hangingPunct="1"/>
            <a:r>
              <a:rPr lang="en-US" altLang="ja-JP" sz="3600" smtClean="0">
                <a:ea typeface="MS PGothic" panose="020B0600070205080204" pitchFamily="34" charset="-128"/>
              </a:rPr>
              <a:t>Sentinel Controlled Example</a:t>
            </a:r>
          </a:p>
        </p:txBody>
      </p:sp>
      <p:sp>
        <p:nvSpPr>
          <p:cNvPr id="24580" name="Rectangle 3"/>
          <p:cNvSpPr>
            <a:spLocks noGrp="1" noChangeArrowheads="1"/>
          </p:cNvSpPr>
          <p:nvPr>
            <p:ph type="body" idx="1"/>
          </p:nvPr>
        </p:nvSpPr>
        <p:spPr>
          <a:xfrm>
            <a:off x="1143000" y="1074738"/>
            <a:ext cx="7313613" cy="4114800"/>
          </a:xfrm>
        </p:spPr>
        <p:txBody>
          <a:bodyPr/>
          <a:lstStyle/>
          <a:p>
            <a:pPr eaLnBrk="1" hangingPunct="1"/>
            <a:r>
              <a:rPr lang="en-US" altLang="ja-JP" smtClean="0">
                <a:ea typeface="MS PGothic" panose="020B0600070205080204" pitchFamily="34" charset="-128"/>
              </a:rPr>
              <a:t>Read Input from user – stop when user input </a:t>
            </a:r>
            <a:r>
              <a:rPr lang="en-US" altLang="ja-JP" b="1" i="1" smtClean="0">
                <a:ea typeface="MS PGothic" panose="020B0600070205080204" pitchFamily="34" charset="-128"/>
              </a:rPr>
              <a:t>negative number</a:t>
            </a:r>
          </a:p>
        </p:txBody>
      </p:sp>
      <p:sp>
        <p:nvSpPr>
          <p:cNvPr id="357380" name="Text Box 4"/>
          <p:cNvSpPr txBox="1">
            <a:spLocks noChangeArrowheads="1"/>
          </p:cNvSpPr>
          <p:nvPr/>
        </p:nvSpPr>
        <p:spPr bwMode="auto">
          <a:xfrm>
            <a:off x="685800" y="2065338"/>
            <a:ext cx="7772400" cy="3600986"/>
          </a:xfrm>
          <a:prstGeom prst="rect">
            <a:avLst/>
          </a:prstGeom>
          <a:ln>
            <a:headEnd type="none" w="sm" len="sm"/>
            <a:tailEnd type="none" w="sm" len="sm"/>
          </a:ln>
        </p:spPr>
        <p:style>
          <a:lnRef idx="2">
            <a:schemeClr val="accent1">
              <a:shade val="50000"/>
            </a:schemeClr>
          </a:lnRef>
          <a:fillRef idx="1">
            <a:schemeClr val="accent1"/>
          </a:fillRef>
          <a:effectRef idx="0">
            <a:schemeClr val="accent1"/>
          </a:effectRef>
          <a:fontRef idx="minor">
            <a:schemeClr val="lt1"/>
          </a:fontRef>
        </p:style>
        <p:txBody>
          <a:bodyPr lIns="182880" tIns="137160" rIns="182880" bIns="137160">
            <a:spAutoFit/>
          </a:bodyPr>
          <a:lstStyle/>
          <a:p>
            <a:pPr>
              <a:lnSpc>
                <a:spcPct val="90000"/>
              </a:lnSpc>
              <a:defRPr/>
            </a:pPr>
            <a:r>
              <a:rPr lang="en-US" dirty="0" err="1">
                <a:effectLst>
                  <a:outerShdw blurRad="38100" dist="38100" dir="2700000" algn="tl">
                    <a:srgbClr val="FFFFFF"/>
                  </a:outerShdw>
                </a:effectLst>
                <a:latin typeface="Lucida Console" pitchFamily="49" charset="0"/>
                <a:cs typeface="Angsana New" pitchFamily="18" charset="-34"/>
              </a:rPr>
              <a:t>i</a:t>
            </a:r>
            <a:r>
              <a:rPr lang="en-US" dirty="0" err="1" smtClean="0">
                <a:effectLst>
                  <a:outerShdw blurRad="38100" dist="38100" dir="2700000" algn="tl">
                    <a:srgbClr val="FFFFFF"/>
                  </a:outerShdw>
                </a:effectLst>
                <a:latin typeface="Lucida Console" pitchFamily="49" charset="0"/>
                <a:cs typeface="Angsana New" pitchFamily="18" charset="-34"/>
              </a:rPr>
              <a:t>nt</a:t>
            </a:r>
            <a:r>
              <a:rPr lang="en-US" dirty="0" smtClean="0">
                <a:effectLst>
                  <a:outerShdw blurRad="38100" dist="38100" dir="2700000" algn="tl">
                    <a:srgbClr val="FFFFFF"/>
                  </a:outerShdw>
                </a:effectLst>
                <a:latin typeface="Lucida Console" pitchFamily="49" charset="0"/>
                <a:cs typeface="Angsana New" pitchFamily="18" charset="-34"/>
              </a:rPr>
              <a:t> main</a:t>
            </a:r>
            <a:r>
              <a:rPr lang="en-US" dirty="0">
                <a:effectLst>
                  <a:outerShdw blurRad="38100" dist="38100" dir="2700000" algn="tl">
                    <a:srgbClr val="FFFFFF"/>
                  </a:outerShdw>
                </a:effectLst>
                <a:latin typeface="Lucida Console" pitchFamily="49" charset="0"/>
                <a:cs typeface="Angsana New" pitchFamily="18" charset="-34"/>
              </a:rPr>
              <a:t>() {</a:t>
            </a:r>
          </a:p>
          <a:p>
            <a:pPr>
              <a:lnSpc>
                <a:spcPct val="90000"/>
              </a:lnSpc>
              <a:defRPr/>
            </a:pPr>
            <a:r>
              <a:rPr lang="en-US" dirty="0">
                <a:effectLst>
                  <a:outerShdw blurRad="38100" dist="38100" dir="2700000" algn="tl">
                    <a:srgbClr val="FFFFFF"/>
                  </a:outerShdw>
                </a:effectLst>
                <a:latin typeface="Lucida Console" pitchFamily="49" charset="0"/>
                <a:cs typeface="Angsana New" pitchFamily="18" charset="-34"/>
              </a:rPr>
              <a:t>  </a:t>
            </a:r>
            <a:r>
              <a:rPr lang="en-US" dirty="0" err="1">
                <a:effectLst>
                  <a:outerShdw blurRad="38100" dist="38100" dir="2700000" algn="tl">
                    <a:srgbClr val="FFFFFF"/>
                  </a:outerShdw>
                </a:effectLst>
                <a:latin typeface="Lucida Console" pitchFamily="49" charset="0"/>
                <a:cs typeface="Angsana New" pitchFamily="18" charset="-34"/>
              </a:rPr>
              <a:t>int</a:t>
            </a:r>
            <a:r>
              <a:rPr lang="en-US" dirty="0">
                <a:effectLst>
                  <a:outerShdw blurRad="38100" dist="38100" dir="2700000" algn="tl">
                    <a:srgbClr val="FFFFFF"/>
                  </a:outerShdw>
                </a:effectLst>
                <a:latin typeface="Lucida Console" pitchFamily="49" charset="0"/>
                <a:cs typeface="Angsana New" pitchFamily="18" charset="-34"/>
              </a:rPr>
              <a:t> N</a:t>
            </a:r>
            <a:r>
              <a:rPr lang="en-US" altLang="ja-JP" dirty="0">
                <a:effectLst>
                  <a:outerShdw blurRad="38100" dist="38100" dir="2700000" algn="tl">
                    <a:srgbClr val="FFFFFF"/>
                  </a:outerShdw>
                </a:effectLst>
                <a:latin typeface="Lucida Console" pitchFamily="49" charset="0"/>
                <a:cs typeface="Angsana New" pitchFamily="18" charset="-34"/>
              </a:rPr>
              <a:t>,SUM</a:t>
            </a:r>
            <a:r>
              <a:rPr lang="en-US" dirty="0">
                <a:effectLst>
                  <a:outerShdw blurRad="38100" dist="38100" dir="2700000" algn="tl">
                    <a:srgbClr val="FFFFFF"/>
                  </a:outerShdw>
                </a:effectLst>
                <a:latin typeface="Lucida Console" pitchFamily="49" charset="0"/>
                <a:cs typeface="Angsana New" pitchFamily="18" charset="-34"/>
              </a:rPr>
              <a:t>;</a:t>
            </a:r>
          </a:p>
          <a:p>
            <a:pPr>
              <a:lnSpc>
                <a:spcPct val="90000"/>
              </a:lnSpc>
              <a:defRPr/>
            </a:pPr>
            <a:r>
              <a:rPr lang="en-US" dirty="0">
                <a:effectLst>
                  <a:outerShdw blurRad="38100" dist="38100" dir="2700000" algn="tl">
                    <a:srgbClr val="FFFFFF"/>
                  </a:outerShdw>
                </a:effectLst>
                <a:latin typeface="Lucida Console" pitchFamily="49" charset="0"/>
                <a:cs typeface="Angsana New" pitchFamily="18" charset="-34"/>
              </a:rPr>
              <a:t>  N = 0;</a:t>
            </a:r>
            <a:endParaRPr lang="en-US" altLang="ja-JP" dirty="0">
              <a:effectLst>
                <a:outerShdw blurRad="38100" dist="38100" dir="2700000" algn="tl">
                  <a:srgbClr val="FFFFFF"/>
                </a:outerShdw>
              </a:effectLst>
              <a:latin typeface="Lucida Console" pitchFamily="49" charset="0"/>
              <a:cs typeface="Angsana New" pitchFamily="18" charset="-34"/>
            </a:endParaRPr>
          </a:p>
          <a:p>
            <a:pPr>
              <a:lnSpc>
                <a:spcPct val="90000"/>
              </a:lnSpc>
              <a:defRPr/>
            </a:pPr>
            <a:r>
              <a:rPr lang="en-US" altLang="ja-JP" dirty="0">
                <a:effectLst>
                  <a:outerShdw blurRad="38100" dist="38100" dir="2700000" algn="tl">
                    <a:srgbClr val="FFFFFF"/>
                  </a:outerShdw>
                </a:effectLst>
                <a:latin typeface="Lucida Console" pitchFamily="49" charset="0"/>
                <a:cs typeface="Angsana New" pitchFamily="18" charset="-34"/>
              </a:rPr>
              <a:t>  SUM = 0;</a:t>
            </a:r>
            <a:endParaRPr lang="en-US" dirty="0">
              <a:effectLst>
                <a:outerShdw blurRad="38100" dist="38100" dir="2700000" algn="tl">
                  <a:srgbClr val="FFFFFF"/>
                </a:outerShdw>
              </a:effectLst>
              <a:latin typeface="Lucida Console" pitchFamily="49" charset="0"/>
              <a:cs typeface="Angsana New" pitchFamily="18" charset="-34"/>
            </a:endParaRPr>
          </a:p>
          <a:p>
            <a:pPr>
              <a:lnSpc>
                <a:spcPct val="90000"/>
              </a:lnSpc>
              <a:defRPr/>
            </a:pPr>
            <a:endParaRPr lang="en-US" sz="800" dirty="0">
              <a:effectLst>
                <a:outerShdw blurRad="38100" dist="38100" dir="2700000" algn="tl">
                  <a:srgbClr val="FFFFFF"/>
                </a:outerShdw>
              </a:effectLst>
              <a:latin typeface="Lucida Console" pitchFamily="49" charset="0"/>
              <a:cs typeface="Angsana New" pitchFamily="18" charset="-34"/>
            </a:endParaRPr>
          </a:p>
          <a:p>
            <a:pPr>
              <a:lnSpc>
                <a:spcPct val="90000"/>
              </a:lnSpc>
              <a:defRPr/>
            </a:pPr>
            <a:r>
              <a:rPr lang="en-US" dirty="0">
                <a:effectLst>
                  <a:outerShdw blurRad="38100" dist="38100" dir="2700000" algn="tl">
                    <a:srgbClr val="FFFFFF"/>
                  </a:outerShdw>
                </a:effectLst>
                <a:latin typeface="Lucida Console" pitchFamily="49" charset="0"/>
                <a:cs typeface="Angsana New" pitchFamily="18" charset="-34"/>
              </a:rPr>
              <a:t>  while (        ) {</a:t>
            </a:r>
          </a:p>
          <a:p>
            <a:pPr>
              <a:lnSpc>
                <a:spcPct val="90000"/>
              </a:lnSpc>
              <a:defRPr/>
            </a:pPr>
            <a:r>
              <a:rPr lang="en-US" dirty="0">
                <a:effectLst>
                  <a:outerShdw blurRad="38100" dist="38100" dir="2700000" algn="tl">
                    <a:srgbClr val="FFFFFF"/>
                  </a:outerShdw>
                </a:effectLst>
                <a:latin typeface="Lucida Console" pitchFamily="49" charset="0"/>
                <a:cs typeface="Angsana New" pitchFamily="18" charset="-34"/>
              </a:rPr>
              <a:t>    </a:t>
            </a:r>
          </a:p>
          <a:p>
            <a:pPr>
              <a:lnSpc>
                <a:spcPct val="90000"/>
              </a:lnSpc>
              <a:defRPr/>
            </a:pPr>
            <a:endParaRPr lang="en-US" altLang="ja-JP" dirty="0">
              <a:effectLst>
                <a:outerShdw blurRad="38100" dist="38100" dir="2700000" algn="tl">
                  <a:srgbClr val="FFFFFF"/>
                </a:outerShdw>
              </a:effectLst>
              <a:latin typeface="Lucida Console" pitchFamily="49" charset="0"/>
              <a:cs typeface="Angsana New" pitchFamily="18" charset="-34"/>
            </a:endParaRPr>
          </a:p>
          <a:p>
            <a:pPr>
              <a:lnSpc>
                <a:spcPct val="90000"/>
              </a:lnSpc>
              <a:defRPr/>
            </a:pPr>
            <a:endParaRPr lang="en-US" altLang="ja-JP" dirty="0">
              <a:effectLst>
                <a:outerShdw blurRad="38100" dist="38100" dir="2700000" algn="tl">
                  <a:srgbClr val="FFFFFF"/>
                </a:outerShdw>
              </a:effectLst>
              <a:latin typeface="Lucida Console" pitchFamily="49" charset="0"/>
              <a:cs typeface="Angsana New" pitchFamily="18" charset="-34"/>
            </a:endParaRPr>
          </a:p>
          <a:p>
            <a:pPr>
              <a:lnSpc>
                <a:spcPct val="90000"/>
              </a:lnSpc>
              <a:defRPr/>
            </a:pPr>
            <a:endParaRPr lang="en-US" altLang="ja-JP" dirty="0">
              <a:effectLst>
                <a:outerShdw blurRad="38100" dist="38100" dir="2700000" algn="tl">
                  <a:srgbClr val="FFFFFF"/>
                </a:outerShdw>
              </a:effectLst>
              <a:latin typeface="Lucida Console" pitchFamily="49" charset="0"/>
              <a:cs typeface="Angsana New" pitchFamily="18" charset="-34"/>
            </a:endParaRPr>
          </a:p>
          <a:p>
            <a:pPr>
              <a:lnSpc>
                <a:spcPct val="90000"/>
              </a:lnSpc>
              <a:defRPr/>
            </a:pPr>
            <a:endParaRPr lang="en-US" altLang="ja-JP" sz="1600" dirty="0">
              <a:effectLst>
                <a:outerShdw blurRad="38100" dist="38100" dir="2700000" algn="tl">
                  <a:srgbClr val="FFFFFF"/>
                </a:outerShdw>
              </a:effectLst>
              <a:latin typeface="Lucida Console" pitchFamily="49" charset="0"/>
              <a:cs typeface="Angsana New" pitchFamily="18" charset="-34"/>
            </a:endParaRPr>
          </a:p>
          <a:p>
            <a:pPr>
              <a:lnSpc>
                <a:spcPct val="90000"/>
              </a:lnSpc>
              <a:defRPr/>
            </a:pPr>
            <a:r>
              <a:rPr lang="en-US" dirty="0">
                <a:effectLst>
                  <a:outerShdw blurRad="38100" dist="38100" dir="2700000" algn="tl">
                    <a:srgbClr val="FFFFFF"/>
                  </a:outerShdw>
                </a:effectLst>
                <a:latin typeface="Lucida Console" pitchFamily="49" charset="0"/>
                <a:cs typeface="Angsana New" pitchFamily="18" charset="-34"/>
              </a:rPr>
              <a:t>  }</a:t>
            </a:r>
            <a:endParaRPr lang="en-US" altLang="ja-JP" dirty="0">
              <a:effectLst>
                <a:outerShdw blurRad="38100" dist="38100" dir="2700000" algn="tl">
                  <a:srgbClr val="FFFFFF"/>
                </a:outerShdw>
              </a:effectLst>
              <a:latin typeface="Lucida Console" pitchFamily="49" charset="0"/>
              <a:cs typeface="Angsana New" pitchFamily="18" charset="-34"/>
            </a:endParaRPr>
          </a:p>
          <a:p>
            <a:pPr>
              <a:lnSpc>
                <a:spcPct val="90000"/>
              </a:lnSpc>
              <a:defRPr/>
            </a:pPr>
            <a:r>
              <a:rPr lang="en-US" altLang="ja-JP" sz="1800" dirty="0">
                <a:effectLst>
                  <a:outerShdw blurRad="38100" dist="38100" dir="2700000" algn="tl">
                    <a:srgbClr val="FFFFFF"/>
                  </a:outerShdw>
                </a:effectLst>
                <a:latin typeface="Verdana" pitchFamily="34" charset="0"/>
                <a:cs typeface="Angsana New" pitchFamily="18" charset="-34"/>
              </a:rPr>
              <a:t>    </a:t>
            </a:r>
            <a:r>
              <a:rPr lang="en-US" dirty="0" err="1" smtClean="0">
                <a:effectLst>
                  <a:outerShdw blurRad="38100" dist="38100" dir="2700000" algn="tl">
                    <a:srgbClr val="FFFFFF"/>
                  </a:outerShdw>
                </a:effectLst>
                <a:latin typeface="Verdana" pitchFamily="34" charset="0"/>
                <a:cs typeface="Angsana New" pitchFamily="18" charset="-34"/>
              </a:rPr>
              <a:t>cout</a:t>
            </a:r>
            <a:r>
              <a:rPr lang="en-US" dirty="0" smtClean="0">
                <a:effectLst>
                  <a:outerShdw blurRad="38100" dist="38100" dir="2700000" algn="tl">
                    <a:srgbClr val="FFFFFF"/>
                  </a:outerShdw>
                </a:effectLst>
                <a:latin typeface="Verdana" pitchFamily="34" charset="0"/>
                <a:cs typeface="Angsana New" pitchFamily="18" charset="-34"/>
              </a:rPr>
              <a:t> &lt;&lt;   </a:t>
            </a:r>
            <a:r>
              <a:rPr lang="en-US" altLang="ja-JP" dirty="0" smtClean="0">
                <a:effectLst>
                  <a:outerShdw blurRad="38100" dist="38100" dir="2700000" algn="tl">
                    <a:srgbClr val="FFFFFF"/>
                  </a:outerShdw>
                </a:effectLst>
                <a:latin typeface="Verdana" pitchFamily="34" charset="0"/>
                <a:cs typeface="Angsana New" pitchFamily="18" charset="-34"/>
              </a:rPr>
              <a:t> </a:t>
            </a:r>
            <a:r>
              <a:rPr lang="en-US" altLang="ja-JP" dirty="0">
                <a:effectLst>
                  <a:outerShdw blurRad="38100" dist="38100" dir="2700000" algn="tl">
                    <a:srgbClr val="FFFFFF"/>
                  </a:outerShdw>
                </a:effectLst>
                <a:latin typeface="Verdana" pitchFamily="34" charset="0"/>
                <a:cs typeface="Angsana New" pitchFamily="18" charset="-34"/>
              </a:rPr>
              <a:t>“Sum = “  </a:t>
            </a:r>
            <a:r>
              <a:rPr lang="en-US" altLang="ja-JP" dirty="0" smtClean="0">
                <a:effectLst>
                  <a:outerShdw blurRad="38100" dist="38100" dir="2700000" algn="tl">
                    <a:srgbClr val="FFFFFF"/>
                  </a:outerShdw>
                </a:effectLst>
                <a:latin typeface="Verdana" pitchFamily="34" charset="0"/>
                <a:cs typeface="Angsana New" pitchFamily="18" charset="-34"/>
              </a:rPr>
              <a:t>&lt;&lt; </a:t>
            </a:r>
            <a:r>
              <a:rPr lang="en-US" altLang="ja-JP" dirty="0">
                <a:effectLst>
                  <a:outerShdw blurRad="38100" dist="38100" dir="2700000" algn="tl">
                    <a:srgbClr val="FFFFFF"/>
                  </a:outerShdw>
                </a:effectLst>
                <a:latin typeface="Verdana" pitchFamily="34" charset="0"/>
                <a:cs typeface="Angsana New" pitchFamily="18" charset="-34"/>
              </a:rPr>
              <a:t>SUM </a:t>
            </a:r>
            <a:r>
              <a:rPr lang="en-US" dirty="0" smtClean="0">
                <a:effectLst>
                  <a:outerShdw blurRad="38100" dist="38100" dir="2700000" algn="tl">
                    <a:srgbClr val="FFFFFF"/>
                  </a:outerShdw>
                </a:effectLst>
                <a:latin typeface="Verdana" pitchFamily="34" charset="0"/>
                <a:cs typeface="Angsana New" pitchFamily="18" charset="-34"/>
              </a:rPr>
              <a:t>;</a:t>
            </a:r>
            <a:endParaRPr lang="en-US" dirty="0">
              <a:effectLst>
                <a:outerShdw blurRad="38100" dist="38100" dir="2700000" algn="tl">
                  <a:srgbClr val="FFFFFF"/>
                </a:outerShdw>
              </a:effectLst>
              <a:latin typeface="Lucida Console" pitchFamily="49" charset="0"/>
              <a:cs typeface="Angsana New" pitchFamily="18" charset="-34"/>
            </a:endParaRPr>
          </a:p>
          <a:p>
            <a:pPr>
              <a:lnSpc>
                <a:spcPct val="90000"/>
              </a:lnSpc>
              <a:defRPr/>
            </a:pPr>
            <a:r>
              <a:rPr lang="en-US" dirty="0">
                <a:effectLst>
                  <a:outerShdw blurRad="38100" dist="38100" dir="2700000" algn="tl">
                    <a:srgbClr val="FFFFFF"/>
                  </a:outerShdw>
                </a:effectLst>
                <a:latin typeface="Lucida Console" pitchFamily="49" charset="0"/>
                <a:cs typeface="Angsana New" pitchFamily="18" charset="-34"/>
              </a:rPr>
              <a:t>}</a:t>
            </a:r>
          </a:p>
        </p:txBody>
      </p:sp>
      <p:sp>
        <p:nvSpPr>
          <p:cNvPr id="357384" name="Text Box 8"/>
          <p:cNvSpPr txBox="1">
            <a:spLocks noChangeArrowheads="1"/>
          </p:cNvSpPr>
          <p:nvPr/>
        </p:nvSpPr>
        <p:spPr bwMode="auto">
          <a:xfrm>
            <a:off x="8058150" y="2205038"/>
            <a:ext cx="857250" cy="2265362"/>
          </a:xfrm>
          <a:prstGeom prst="rect">
            <a:avLst/>
          </a:prstGeom>
          <a:gradFill rotWithShape="1">
            <a:gsLst>
              <a:gs pos="0">
                <a:srgbClr val="66FF33"/>
              </a:gs>
              <a:gs pos="100000">
                <a:schemeClr val="bg1"/>
              </a:gs>
            </a:gsLst>
            <a:lin ang="5400000" scaled="1"/>
          </a:gradFill>
          <a:ln w="38100">
            <a:solidFill>
              <a:schemeClr val="tx1"/>
            </a:solidFill>
            <a:prstDash val="sysDot"/>
            <a:miter lim="800000"/>
            <a:headEnd/>
            <a:tailEnd/>
          </a:ln>
          <a:effectLst/>
        </p:spPr>
        <p:txBody>
          <a:bodyPr>
            <a:spAutoFit/>
          </a:bodyPr>
          <a:lstStyle/>
          <a:p>
            <a:pPr>
              <a:defRPr/>
            </a:pPr>
            <a:endParaRPr lang="en-US" sz="2800">
              <a:effectLst>
                <a:outerShdw blurRad="38100" dist="38100" dir="2700000" algn="tl">
                  <a:srgbClr val="FFFFFF"/>
                </a:outerShdw>
              </a:effectLst>
              <a:latin typeface="Lucida Console" pitchFamily="49" charset="0"/>
              <a:cs typeface="Angsana New" pitchFamily="18" charset="-34"/>
            </a:endParaRPr>
          </a:p>
          <a:p>
            <a:pPr>
              <a:defRPr/>
            </a:pPr>
            <a:endParaRPr lang="en-US" sz="2800">
              <a:effectLst>
                <a:outerShdw blurRad="38100" dist="38100" dir="2700000" algn="tl">
                  <a:srgbClr val="FFFFFF"/>
                </a:outerShdw>
              </a:effectLst>
              <a:latin typeface="Lucida Console" pitchFamily="49" charset="0"/>
              <a:cs typeface="Angsana New" pitchFamily="18" charset="-34"/>
            </a:endParaRPr>
          </a:p>
          <a:p>
            <a:pPr>
              <a:defRPr/>
            </a:pPr>
            <a:endParaRPr lang="en-US" sz="2800">
              <a:effectLst>
                <a:outerShdw blurRad="38100" dist="38100" dir="2700000" algn="tl">
                  <a:srgbClr val="FFFFFF"/>
                </a:outerShdw>
              </a:effectLst>
              <a:latin typeface="Lucida Console" pitchFamily="49" charset="0"/>
              <a:cs typeface="Angsana New" pitchFamily="18" charset="-34"/>
            </a:endParaRPr>
          </a:p>
          <a:p>
            <a:pPr>
              <a:defRPr/>
            </a:pPr>
            <a:endParaRPr lang="en-US" altLang="ja-JP" sz="2800">
              <a:effectLst>
                <a:outerShdw blurRad="38100" dist="38100" dir="2700000" algn="tl">
                  <a:srgbClr val="FFFFFF"/>
                </a:outerShdw>
              </a:effectLst>
              <a:latin typeface="Lucida Console" pitchFamily="49" charset="0"/>
              <a:cs typeface="Angsana New" pitchFamily="18" charset="-34"/>
            </a:endParaRPr>
          </a:p>
          <a:p>
            <a:pPr>
              <a:defRPr/>
            </a:pPr>
            <a:r>
              <a:rPr lang="en-US" altLang="ja-JP" sz="2800" b="1">
                <a:effectLst>
                  <a:outerShdw blurRad="38100" dist="38100" dir="2700000" algn="tl">
                    <a:srgbClr val="FFFFFF"/>
                  </a:outerShdw>
                </a:effectLst>
                <a:latin typeface="Lucida Console" pitchFamily="49" charset="0"/>
                <a:cs typeface="Angsana New" pitchFamily="18" charset="-34"/>
              </a:rPr>
              <a:t>=9</a:t>
            </a:r>
            <a:r>
              <a:rPr lang="en-US" sz="2800">
                <a:effectLst>
                  <a:outerShdw blurRad="38100" dist="38100" dir="2700000" algn="tl">
                    <a:srgbClr val="FFFFFF"/>
                  </a:outerShdw>
                </a:effectLst>
                <a:latin typeface="Lucida Console" pitchFamily="49" charset="0"/>
                <a:cs typeface="Angsana New" pitchFamily="18" charset="-34"/>
              </a:rPr>
              <a:t>     </a:t>
            </a:r>
            <a:endParaRPr lang="ja-JP" altLang="th-TH" sz="2800">
              <a:effectLst>
                <a:outerShdw blurRad="38100" dist="38100" dir="2700000" algn="tl">
                  <a:srgbClr val="FFFFFF"/>
                </a:outerShdw>
              </a:effectLst>
              <a:latin typeface="Lucida Console" pitchFamily="49" charset="0"/>
              <a:cs typeface="Angsana New" pitchFamily="18" charset="-34"/>
            </a:endParaRPr>
          </a:p>
        </p:txBody>
      </p:sp>
      <p:sp>
        <p:nvSpPr>
          <p:cNvPr id="357385" name="Text Box 9"/>
          <p:cNvSpPr txBox="1">
            <a:spLocks noChangeArrowheads="1"/>
          </p:cNvSpPr>
          <p:nvPr/>
        </p:nvSpPr>
        <p:spPr bwMode="auto">
          <a:xfrm>
            <a:off x="8286750" y="2266950"/>
            <a:ext cx="398463" cy="519113"/>
          </a:xfrm>
          <a:prstGeom prst="rect">
            <a:avLst/>
          </a:prstGeom>
          <a:noFill/>
          <a:ln w="9525">
            <a:noFill/>
            <a:miter lim="800000"/>
            <a:headEnd/>
            <a:tailEnd/>
          </a:ln>
          <a:effectLst/>
        </p:spPr>
        <p:txBody>
          <a:bodyPr wrap="none">
            <a:spAutoFit/>
          </a:bodyPr>
          <a:lstStyle/>
          <a:p>
            <a:pPr>
              <a:defRPr/>
            </a:pPr>
            <a:r>
              <a:rPr lang="en-US" altLang="ja-JP" sz="2800" b="1">
                <a:effectLst>
                  <a:outerShdw blurRad="38100" dist="38100" dir="2700000" algn="tl">
                    <a:srgbClr val="C0C0C0"/>
                  </a:outerShdw>
                </a:effectLst>
                <a:latin typeface="Lucida Console" pitchFamily="49" charset="0"/>
                <a:cs typeface="Angsana New" pitchFamily="18" charset="-34"/>
              </a:rPr>
              <a:t>3</a:t>
            </a:r>
            <a:endParaRPr lang="th-TH" altLang="ja-JP" sz="2800" b="1">
              <a:effectLst>
                <a:outerShdw blurRad="38100" dist="38100" dir="2700000" algn="tl">
                  <a:srgbClr val="C0C0C0"/>
                </a:outerShdw>
              </a:effectLst>
              <a:latin typeface="Lucida Console" pitchFamily="49" charset="0"/>
              <a:cs typeface="Angsana New" pitchFamily="18" charset="-34"/>
            </a:endParaRPr>
          </a:p>
        </p:txBody>
      </p:sp>
      <p:sp>
        <p:nvSpPr>
          <p:cNvPr id="357386" name="Text Box 10"/>
          <p:cNvSpPr txBox="1">
            <a:spLocks noChangeArrowheads="1"/>
          </p:cNvSpPr>
          <p:nvPr/>
        </p:nvSpPr>
        <p:spPr bwMode="auto">
          <a:xfrm>
            <a:off x="8278813" y="2649538"/>
            <a:ext cx="398462" cy="520700"/>
          </a:xfrm>
          <a:prstGeom prst="rect">
            <a:avLst/>
          </a:prstGeom>
          <a:noFill/>
          <a:ln w="9525">
            <a:noFill/>
            <a:miter lim="800000"/>
            <a:headEnd/>
            <a:tailEnd/>
          </a:ln>
          <a:effectLst/>
        </p:spPr>
        <p:txBody>
          <a:bodyPr wrap="none">
            <a:spAutoFit/>
          </a:bodyPr>
          <a:lstStyle/>
          <a:p>
            <a:pPr>
              <a:defRPr/>
            </a:pPr>
            <a:r>
              <a:rPr lang="en-US" sz="2800" b="1">
                <a:effectLst>
                  <a:outerShdw blurRad="38100" dist="38100" dir="2700000" algn="tl">
                    <a:srgbClr val="C0C0C0"/>
                  </a:outerShdw>
                </a:effectLst>
                <a:latin typeface="Lucida Console" pitchFamily="49" charset="0"/>
                <a:cs typeface="Angsana New" pitchFamily="18" charset="-34"/>
              </a:rPr>
              <a:t>2</a:t>
            </a:r>
            <a:endParaRPr lang="th-TH" altLang="ja-JP" sz="2800" b="1">
              <a:effectLst>
                <a:outerShdw blurRad="38100" dist="38100" dir="2700000" algn="tl">
                  <a:srgbClr val="C0C0C0"/>
                </a:outerShdw>
              </a:effectLst>
              <a:latin typeface="Lucida Console" pitchFamily="49" charset="0"/>
              <a:cs typeface="Angsana New" pitchFamily="18" charset="-34"/>
            </a:endParaRPr>
          </a:p>
        </p:txBody>
      </p:sp>
      <p:sp>
        <p:nvSpPr>
          <p:cNvPr id="357387" name="Text Box 11"/>
          <p:cNvSpPr txBox="1">
            <a:spLocks noChangeArrowheads="1"/>
          </p:cNvSpPr>
          <p:nvPr/>
        </p:nvSpPr>
        <p:spPr bwMode="auto">
          <a:xfrm>
            <a:off x="8278813" y="3035300"/>
            <a:ext cx="398462" cy="519113"/>
          </a:xfrm>
          <a:prstGeom prst="rect">
            <a:avLst/>
          </a:prstGeom>
          <a:noFill/>
          <a:ln w="9525">
            <a:noFill/>
            <a:miter lim="800000"/>
            <a:headEnd/>
            <a:tailEnd/>
          </a:ln>
          <a:effectLst/>
        </p:spPr>
        <p:txBody>
          <a:bodyPr wrap="none">
            <a:spAutoFit/>
          </a:bodyPr>
          <a:lstStyle/>
          <a:p>
            <a:pPr>
              <a:defRPr/>
            </a:pPr>
            <a:r>
              <a:rPr lang="en-US" altLang="ja-JP" sz="2800" b="1">
                <a:effectLst>
                  <a:outerShdw blurRad="38100" dist="38100" dir="2700000" algn="tl">
                    <a:srgbClr val="C0C0C0"/>
                  </a:outerShdw>
                </a:effectLst>
                <a:latin typeface="Lucida Console" pitchFamily="49" charset="0"/>
                <a:cs typeface="Angsana New" pitchFamily="18" charset="-34"/>
              </a:rPr>
              <a:t>4</a:t>
            </a:r>
            <a:endParaRPr lang="th-TH" altLang="ja-JP" sz="2800" b="1">
              <a:effectLst>
                <a:outerShdw blurRad="38100" dist="38100" dir="2700000" algn="tl">
                  <a:srgbClr val="C0C0C0"/>
                </a:outerShdw>
              </a:effectLst>
              <a:latin typeface="Lucida Console" pitchFamily="49" charset="0"/>
              <a:cs typeface="Angsana New" pitchFamily="18" charset="-34"/>
            </a:endParaRPr>
          </a:p>
        </p:txBody>
      </p:sp>
      <p:sp>
        <p:nvSpPr>
          <p:cNvPr id="357388" name="Text Box 12"/>
          <p:cNvSpPr txBox="1">
            <a:spLocks noChangeArrowheads="1"/>
          </p:cNvSpPr>
          <p:nvPr/>
        </p:nvSpPr>
        <p:spPr bwMode="auto">
          <a:xfrm>
            <a:off x="8150225" y="3436938"/>
            <a:ext cx="612775" cy="517525"/>
          </a:xfrm>
          <a:prstGeom prst="rect">
            <a:avLst/>
          </a:prstGeom>
          <a:noFill/>
          <a:ln w="9525">
            <a:noFill/>
            <a:miter lim="800000"/>
            <a:headEnd/>
            <a:tailEnd/>
          </a:ln>
          <a:effectLst/>
        </p:spPr>
        <p:txBody>
          <a:bodyPr wrap="none">
            <a:spAutoFit/>
          </a:bodyPr>
          <a:lstStyle/>
          <a:p>
            <a:pPr>
              <a:defRPr/>
            </a:pPr>
            <a:r>
              <a:rPr lang="en-US" sz="2800" b="1">
                <a:effectLst>
                  <a:outerShdw blurRad="38100" dist="38100" dir="2700000" algn="tl">
                    <a:srgbClr val="C0C0C0"/>
                  </a:outerShdw>
                </a:effectLst>
                <a:latin typeface="Lucida Console" pitchFamily="49" charset="0"/>
                <a:cs typeface="Angsana New" pitchFamily="18" charset="-34"/>
              </a:rPr>
              <a:t>-2</a:t>
            </a:r>
            <a:endParaRPr lang="th-TH" altLang="ja-JP" sz="2800" b="1">
              <a:effectLst>
                <a:outerShdw blurRad="38100" dist="38100" dir="2700000" algn="tl">
                  <a:srgbClr val="C0C0C0"/>
                </a:outerShdw>
              </a:effectLst>
              <a:latin typeface="Lucida Console" pitchFamily="49" charset="0"/>
              <a:cs typeface="Angsana New" pitchFamily="18" charset="-34"/>
            </a:endParaRPr>
          </a:p>
        </p:txBody>
      </p:sp>
      <p:sp>
        <p:nvSpPr>
          <p:cNvPr id="24587" name="Text Box 13"/>
          <p:cNvSpPr txBox="1">
            <a:spLocks noChangeArrowheads="1"/>
          </p:cNvSpPr>
          <p:nvPr/>
        </p:nvSpPr>
        <p:spPr bwMode="auto">
          <a:xfrm>
            <a:off x="8651875" y="1760538"/>
            <a:ext cx="4159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en-US" sz="2800" b="1" i="1">
                <a:solidFill>
                  <a:srgbClr val="800000"/>
                </a:solidFill>
                <a:latin typeface="Franklin Gothic Medium" panose="020B0603020102020204" pitchFamily="34" charset="0"/>
                <a:ea typeface="MS PGothic" panose="020B0600070205080204" pitchFamily="34" charset="-128"/>
                <a:cs typeface="Angsana New"/>
              </a:rPr>
              <a:t>N</a:t>
            </a:r>
            <a:endParaRPr lang="en-US" altLang="ja-JP" sz="2800" b="1" i="1">
              <a:solidFill>
                <a:srgbClr val="800000"/>
              </a:solidFill>
              <a:latin typeface="Franklin Gothic Medium" panose="020B0603020102020204" pitchFamily="34" charset="0"/>
              <a:ea typeface="MS PGothic" panose="020B0600070205080204" pitchFamily="34" charset="-128"/>
              <a:cs typeface="Angsana New"/>
            </a:endParaRPr>
          </a:p>
        </p:txBody>
      </p:sp>
      <p:sp>
        <p:nvSpPr>
          <p:cNvPr id="357390" name="Rectangle 14"/>
          <p:cNvSpPr>
            <a:spLocks noChangeArrowheads="1"/>
          </p:cNvSpPr>
          <p:nvPr/>
        </p:nvSpPr>
        <p:spPr bwMode="auto">
          <a:xfrm>
            <a:off x="1010575" y="3259932"/>
            <a:ext cx="6858000" cy="1981200"/>
          </a:xfrm>
          <a:prstGeom prst="rect">
            <a:avLst/>
          </a:prstGeom>
          <a:solidFill>
            <a:srgbClr val="FF00FF">
              <a:alpha val="10196"/>
            </a:srgbClr>
          </a:solidFill>
          <a:ln w="9525">
            <a:solidFill>
              <a:schemeClr val="tx1"/>
            </a:solidFill>
            <a:miter lim="800000"/>
            <a:headEnd/>
            <a:tailEnd/>
          </a:ln>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kumimoji="1" lang="en-US" altLang="en-US" sz="1200">
              <a:latin typeface="Arial" panose="020B0604020202020204" pitchFamily="34" charset="0"/>
              <a:ea typeface="MS PGothic" panose="020B0600070205080204" pitchFamily="34" charset="-128"/>
            </a:endParaRPr>
          </a:p>
        </p:txBody>
      </p:sp>
      <p:sp>
        <p:nvSpPr>
          <p:cNvPr id="357391" name="Text Box 15"/>
          <p:cNvSpPr txBox="1">
            <a:spLocks noChangeArrowheads="1"/>
          </p:cNvSpPr>
          <p:nvPr/>
        </p:nvSpPr>
        <p:spPr bwMode="auto">
          <a:xfrm>
            <a:off x="76200" y="6011863"/>
            <a:ext cx="8988425" cy="701675"/>
          </a:xfrm>
          <a:prstGeom prst="rect">
            <a:avLst/>
          </a:prstGeom>
          <a:noFill/>
          <a:ln w="9525">
            <a:noFill/>
            <a:miter lim="800000"/>
            <a:headEnd/>
            <a:tailEnd/>
          </a:ln>
          <a:effectLst/>
        </p:spPr>
        <p:txBody>
          <a:bodyPr wrap="none">
            <a:spAutoFit/>
          </a:bodyPr>
          <a:lstStyle/>
          <a:p>
            <a:pPr>
              <a:defRPr/>
            </a:pPr>
            <a:r>
              <a:rPr lang="en-US" sz="4000" i="1">
                <a:solidFill>
                  <a:srgbClr val="800000"/>
                </a:solidFill>
                <a:effectLst>
                  <a:outerShdw blurRad="38100" dist="38100" dir="2700000" algn="tl">
                    <a:srgbClr val="C0C0C0"/>
                  </a:outerShdw>
                </a:effectLst>
                <a:latin typeface="Franklin Gothic Medium" pitchFamily="34" charset="0"/>
                <a:cs typeface="Angsana New" pitchFamily="18" charset="-34"/>
              </a:rPr>
              <a:t>How to find summation of all Positive N?</a:t>
            </a:r>
            <a:endParaRPr lang="en-US" altLang="ja-JP" sz="4000" i="1">
              <a:solidFill>
                <a:srgbClr val="800000"/>
              </a:solidFill>
              <a:effectLst>
                <a:outerShdw blurRad="38100" dist="38100" dir="2700000" algn="tl">
                  <a:srgbClr val="C0C0C0"/>
                </a:outerShdw>
              </a:effectLst>
              <a:latin typeface="Franklin Gothic Medium" pitchFamily="34" charset="0"/>
              <a:cs typeface="Angsana New" pitchFamily="18" charset="-34"/>
            </a:endParaRPr>
          </a:p>
        </p:txBody>
      </p:sp>
    </p:spTree>
    <p:extLst>
      <p:ext uri="{BB962C8B-B14F-4D97-AF65-F5344CB8AC3E}">
        <p14:creationId xmlns:p14="http://schemas.microsoft.com/office/powerpoint/2010/main" val="421030153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57380"/>
                                        </p:tgtEl>
                                        <p:attrNameLst>
                                          <p:attrName>style.visibility</p:attrName>
                                        </p:attrNameLst>
                                      </p:cBhvr>
                                      <p:to>
                                        <p:strVal val="visible"/>
                                      </p:to>
                                    </p:set>
                                    <p:animEffect transition="in" filter="fade">
                                      <p:cBhvr>
                                        <p:cTn id="7" dur="500"/>
                                        <p:tgtEl>
                                          <p:spTgt spid="35738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57390"/>
                                        </p:tgtEl>
                                        <p:attrNameLst>
                                          <p:attrName>style.visibility</p:attrName>
                                        </p:attrNameLst>
                                      </p:cBhvr>
                                      <p:to>
                                        <p:strVal val="visible"/>
                                      </p:to>
                                    </p:set>
                                    <p:animEffect transition="in" filter="dissolve">
                                      <p:cBhvr>
                                        <p:cTn id="12" dur="500"/>
                                        <p:tgtEl>
                                          <p:spTgt spid="35739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xit" presetSubtype="0" fill="hold" grpId="1" nodeType="clickEffect">
                                  <p:stCondLst>
                                    <p:cond delay="0"/>
                                  </p:stCondLst>
                                  <p:childTnLst>
                                    <p:animEffect transition="out" filter="dissolve">
                                      <p:cBhvr>
                                        <p:cTn id="16" dur="500"/>
                                        <p:tgtEl>
                                          <p:spTgt spid="357390"/>
                                        </p:tgtEl>
                                      </p:cBhvr>
                                    </p:animEffect>
                                    <p:set>
                                      <p:cBhvr>
                                        <p:cTn id="17" dur="1" fill="hold">
                                          <p:stCondLst>
                                            <p:cond delay="499"/>
                                          </p:stCondLst>
                                        </p:cTn>
                                        <p:tgtEl>
                                          <p:spTgt spid="357390"/>
                                        </p:tgtEl>
                                        <p:attrNameLst>
                                          <p:attrName>style.visibility</p:attrName>
                                        </p:attrNameLst>
                                      </p:cBhvr>
                                      <p:to>
                                        <p:strVal val="hidden"/>
                                      </p:to>
                                    </p:se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357391"/>
                                        </p:tgtEl>
                                        <p:attrNameLst>
                                          <p:attrName>style.visibility</p:attrName>
                                        </p:attrNameLst>
                                      </p:cBhvr>
                                      <p:to>
                                        <p:strVal val="visible"/>
                                      </p:to>
                                    </p:set>
                                    <p:animEffect transition="in" filter="dissolve">
                                      <p:cBhvr>
                                        <p:cTn id="22" dur="500"/>
                                        <p:tgtEl>
                                          <p:spTgt spid="3573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7380" grpId="0" animBg="1" autoUpdateAnimBg="0"/>
      <p:bldP spid="357390" grpId="0" animBg="1"/>
      <p:bldP spid="357390" grpId="1" animBg="1"/>
      <p:bldP spid="357391"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fld id="{F3E57BDD-B16B-4C8B-8723-92045E6B7C18}" type="slidenum">
              <a:rPr lang="ja-JP" altLang="en-US" sz="1200">
                <a:latin typeface="Arial Black" panose="020B0A04020102020204" pitchFamily="34" charset="0"/>
                <a:ea typeface="MS PGothic" panose="020B0600070205080204" pitchFamily="34" charset="-128"/>
              </a:rPr>
              <a:pPr eaLnBrk="1" hangingPunct="1">
                <a:spcBef>
                  <a:spcPct val="0"/>
                </a:spcBef>
                <a:buClrTx/>
                <a:buSzTx/>
                <a:buFontTx/>
                <a:buNone/>
              </a:pPr>
              <a:t>59</a:t>
            </a:fld>
            <a:endParaRPr lang="en-US" altLang="ja-JP" sz="1200">
              <a:latin typeface="Arial Black" panose="020B0A04020102020204" pitchFamily="34" charset="0"/>
              <a:ea typeface="MS PGothic" panose="020B0600070205080204" pitchFamily="34" charset="-128"/>
            </a:endParaRPr>
          </a:p>
        </p:txBody>
      </p:sp>
      <p:sp>
        <p:nvSpPr>
          <p:cNvPr id="26627" name="Rectangle 2"/>
          <p:cNvSpPr>
            <a:spLocks noGrp="1" noChangeArrowheads="1"/>
          </p:cNvSpPr>
          <p:nvPr>
            <p:ph type="title"/>
          </p:nvPr>
        </p:nvSpPr>
        <p:spPr/>
        <p:txBody>
          <a:bodyPr/>
          <a:lstStyle/>
          <a:p>
            <a:pPr eaLnBrk="1" hangingPunct="1"/>
            <a:r>
              <a:rPr lang="en-US" altLang="ja-JP" sz="4000" smtClean="0">
                <a:ea typeface="MS PGothic" panose="020B0600070205080204" pitchFamily="34" charset="-128"/>
              </a:rPr>
              <a:t>Problem #2 – Display 3x2 stars </a:t>
            </a:r>
          </a:p>
        </p:txBody>
      </p:sp>
      <p:sp>
        <p:nvSpPr>
          <p:cNvPr id="361475" name="Text Box 3"/>
          <p:cNvSpPr txBox="1">
            <a:spLocks noChangeArrowheads="1"/>
          </p:cNvSpPr>
          <p:nvPr/>
        </p:nvSpPr>
        <p:spPr bwMode="auto">
          <a:xfrm>
            <a:off x="2133600" y="1371600"/>
            <a:ext cx="5410200" cy="4886325"/>
          </a:xfrm>
          <a:prstGeom prst="rect">
            <a:avLst/>
          </a:prstGeom>
          <a:ln>
            <a:headEnd type="none" w="sm" len="sm"/>
            <a:tailEnd type="none" w="sm" len="sm"/>
          </a:ln>
        </p:spPr>
        <p:style>
          <a:lnRef idx="2">
            <a:schemeClr val="accent1">
              <a:shade val="50000"/>
            </a:schemeClr>
          </a:lnRef>
          <a:fillRef idx="1">
            <a:schemeClr val="accent1"/>
          </a:fillRef>
          <a:effectRef idx="0">
            <a:schemeClr val="accent1"/>
          </a:effectRef>
          <a:fontRef idx="minor">
            <a:schemeClr val="lt1"/>
          </a:fontRef>
        </p:style>
        <p:txBody>
          <a:bodyPr lIns="182880" tIns="137160" rIns="182880" bIns="137160">
            <a:spAutoFit/>
          </a:bodyPr>
          <a:lstStyle>
            <a:lvl1pPr eaLnBrk="0" hangingPunct="0">
              <a:defRPr kumimoji="1" sz="1200">
                <a:solidFill>
                  <a:schemeClr val="tx1"/>
                </a:solidFill>
                <a:latin typeface="Arial" charset="0"/>
                <a:ea typeface="ＭＳ Ｐゴシック" pitchFamily="50" charset="-128"/>
              </a:defRPr>
            </a:lvl1pPr>
            <a:lvl2pPr marL="742950" indent="-285750" eaLnBrk="0" hangingPunct="0">
              <a:defRPr kumimoji="1" sz="1200">
                <a:solidFill>
                  <a:schemeClr val="tx1"/>
                </a:solidFill>
                <a:latin typeface="Arial" charset="0"/>
                <a:ea typeface="ＭＳ Ｐゴシック" pitchFamily="50" charset="-128"/>
              </a:defRPr>
            </a:lvl2pPr>
            <a:lvl3pPr marL="1143000" indent="-228600" eaLnBrk="0" hangingPunct="0">
              <a:defRPr kumimoji="1" sz="1200">
                <a:solidFill>
                  <a:schemeClr val="tx1"/>
                </a:solidFill>
                <a:latin typeface="Arial" charset="0"/>
                <a:ea typeface="ＭＳ Ｐゴシック" pitchFamily="50" charset="-128"/>
              </a:defRPr>
            </a:lvl3pPr>
            <a:lvl4pPr marL="1600200" indent="-228600" eaLnBrk="0" hangingPunct="0">
              <a:defRPr kumimoji="1" sz="1200">
                <a:solidFill>
                  <a:schemeClr val="tx1"/>
                </a:solidFill>
                <a:latin typeface="Arial" charset="0"/>
                <a:ea typeface="ＭＳ Ｐゴシック" pitchFamily="50" charset="-128"/>
              </a:defRPr>
            </a:lvl4pPr>
            <a:lvl5pPr marL="2057400" indent="-228600" eaLnBrk="0" hangingPunct="0">
              <a:defRPr kumimoji="1" sz="1200">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sz="1200">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sz="1200">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sz="1200">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sz="1200">
                <a:solidFill>
                  <a:schemeClr val="tx1"/>
                </a:solidFill>
                <a:latin typeface="Arial" charset="0"/>
                <a:ea typeface="ＭＳ Ｐゴシック" pitchFamily="50" charset="-128"/>
              </a:defRPr>
            </a:lvl9pPr>
          </a:lstStyle>
          <a:p>
            <a:pPr>
              <a:lnSpc>
                <a:spcPct val="90000"/>
              </a:lnSpc>
              <a:defRPr/>
            </a:pPr>
            <a:r>
              <a:rPr kumimoji="0" lang="en-US" altLang="ja-JP" sz="2400" dirty="0" err="1" smtClean="0">
                <a:latin typeface="Lucida Console" pitchFamily="49" charset="0"/>
                <a:cs typeface="Angsana New" pitchFamily="18" charset="-34"/>
              </a:rPr>
              <a:t>int</a:t>
            </a:r>
            <a:r>
              <a:rPr kumimoji="0" lang="en-US" altLang="ja-JP" sz="2400" dirty="0" smtClean="0">
                <a:latin typeface="Lucida Console" pitchFamily="49" charset="0"/>
                <a:cs typeface="Angsana New" pitchFamily="18" charset="-34"/>
              </a:rPr>
              <a:t> main</a:t>
            </a:r>
            <a:r>
              <a:rPr kumimoji="0" lang="en-US" altLang="ja-JP" sz="2400" dirty="0">
                <a:latin typeface="Lucida Console" pitchFamily="49" charset="0"/>
                <a:cs typeface="Angsana New" pitchFamily="18" charset="-34"/>
              </a:rPr>
              <a:t>() {</a:t>
            </a:r>
          </a:p>
          <a:p>
            <a:pPr>
              <a:lnSpc>
                <a:spcPct val="90000"/>
              </a:lnSpc>
              <a:defRPr/>
            </a:pPr>
            <a:r>
              <a:rPr kumimoji="0" lang="en-US" altLang="ja-JP" sz="2400" dirty="0">
                <a:latin typeface="Lucida Console" pitchFamily="49" charset="0"/>
                <a:cs typeface="Angsana New" pitchFamily="18" charset="-34"/>
              </a:rPr>
              <a:t>  </a:t>
            </a:r>
            <a:r>
              <a:rPr kumimoji="0" lang="en-US" altLang="ja-JP" sz="2400" dirty="0" err="1">
                <a:latin typeface="Lucida Console" pitchFamily="49" charset="0"/>
                <a:cs typeface="Angsana New" pitchFamily="18" charset="-34"/>
              </a:rPr>
              <a:t>int</a:t>
            </a:r>
            <a:r>
              <a:rPr kumimoji="0" lang="en-US" altLang="ja-JP" sz="2400" dirty="0">
                <a:latin typeface="Lucida Console" pitchFamily="49" charset="0"/>
                <a:cs typeface="Angsana New" pitchFamily="18" charset="-34"/>
              </a:rPr>
              <a:t> N=0, M=0;</a:t>
            </a:r>
          </a:p>
          <a:p>
            <a:pPr>
              <a:lnSpc>
                <a:spcPct val="90000"/>
              </a:lnSpc>
              <a:defRPr/>
            </a:pPr>
            <a:endParaRPr kumimoji="0" lang="en-US" altLang="ja-JP" sz="2400" dirty="0">
              <a:latin typeface="Lucida Console" pitchFamily="49" charset="0"/>
              <a:cs typeface="Angsana New" pitchFamily="18" charset="-34"/>
            </a:endParaRPr>
          </a:p>
          <a:p>
            <a:pPr>
              <a:lnSpc>
                <a:spcPct val="90000"/>
              </a:lnSpc>
              <a:defRPr/>
            </a:pPr>
            <a:r>
              <a:rPr kumimoji="0" lang="en-US" altLang="ja-JP" sz="2400" dirty="0">
                <a:latin typeface="Lucida Console" pitchFamily="49" charset="0"/>
                <a:cs typeface="Angsana New" pitchFamily="18" charset="-34"/>
              </a:rPr>
              <a:t>  while (         ) {</a:t>
            </a:r>
          </a:p>
          <a:p>
            <a:pPr>
              <a:lnSpc>
                <a:spcPct val="90000"/>
              </a:lnSpc>
              <a:defRPr/>
            </a:pPr>
            <a:endParaRPr kumimoji="0" lang="en-US" altLang="ja-JP" sz="2400" dirty="0">
              <a:latin typeface="Lucida Console" pitchFamily="49" charset="0"/>
              <a:cs typeface="Angsana New" pitchFamily="18" charset="-34"/>
            </a:endParaRPr>
          </a:p>
          <a:p>
            <a:pPr>
              <a:lnSpc>
                <a:spcPct val="90000"/>
              </a:lnSpc>
              <a:defRPr/>
            </a:pPr>
            <a:r>
              <a:rPr kumimoji="0" lang="en-US" altLang="ja-JP" sz="2400" dirty="0">
                <a:latin typeface="Lucida Console" pitchFamily="49" charset="0"/>
                <a:cs typeface="Angsana New" pitchFamily="18" charset="-34"/>
              </a:rPr>
              <a:t>     while (        ) {</a:t>
            </a:r>
          </a:p>
          <a:p>
            <a:pPr>
              <a:lnSpc>
                <a:spcPct val="90000"/>
              </a:lnSpc>
              <a:defRPr/>
            </a:pPr>
            <a:r>
              <a:rPr kumimoji="0" lang="en-US" altLang="ja-JP" sz="2400" dirty="0">
                <a:latin typeface="Lucida Console" pitchFamily="49" charset="0"/>
                <a:cs typeface="Angsana New" pitchFamily="18" charset="-34"/>
              </a:rPr>
              <a:t>       </a:t>
            </a:r>
          </a:p>
          <a:p>
            <a:pPr>
              <a:lnSpc>
                <a:spcPct val="90000"/>
              </a:lnSpc>
              <a:defRPr/>
            </a:pPr>
            <a:endParaRPr kumimoji="0" lang="en-US" altLang="ja-JP" sz="2400" dirty="0">
              <a:latin typeface="Lucida Console" pitchFamily="49" charset="0"/>
              <a:cs typeface="Angsana New" pitchFamily="18" charset="-34"/>
            </a:endParaRPr>
          </a:p>
          <a:p>
            <a:pPr>
              <a:lnSpc>
                <a:spcPct val="90000"/>
              </a:lnSpc>
              <a:defRPr/>
            </a:pPr>
            <a:r>
              <a:rPr kumimoji="0" lang="en-US" altLang="ja-JP" sz="2400" dirty="0">
                <a:latin typeface="Lucida Console" pitchFamily="49" charset="0"/>
                <a:cs typeface="Angsana New" pitchFamily="18" charset="-34"/>
              </a:rPr>
              <a:t>     }</a:t>
            </a:r>
          </a:p>
          <a:p>
            <a:pPr>
              <a:lnSpc>
                <a:spcPct val="90000"/>
              </a:lnSpc>
              <a:defRPr/>
            </a:pPr>
            <a:endParaRPr kumimoji="0" lang="en-US" altLang="ja-JP" sz="2400" dirty="0">
              <a:latin typeface="Lucida Console" pitchFamily="49" charset="0"/>
              <a:cs typeface="Angsana New" pitchFamily="18" charset="-34"/>
            </a:endParaRPr>
          </a:p>
          <a:p>
            <a:pPr>
              <a:lnSpc>
                <a:spcPct val="90000"/>
              </a:lnSpc>
              <a:defRPr/>
            </a:pPr>
            <a:endParaRPr kumimoji="0" lang="en-US" altLang="ja-JP" sz="2400" dirty="0">
              <a:latin typeface="Lucida Console" pitchFamily="49" charset="0"/>
              <a:cs typeface="Angsana New" pitchFamily="18" charset="-34"/>
            </a:endParaRPr>
          </a:p>
          <a:p>
            <a:pPr>
              <a:lnSpc>
                <a:spcPct val="90000"/>
              </a:lnSpc>
              <a:defRPr/>
            </a:pPr>
            <a:r>
              <a:rPr kumimoji="0" lang="en-US" altLang="ja-JP" sz="2400" dirty="0">
                <a:latin typeface="Lucida Console" pitchFamily="49" charset="0"/>
                <a:cs typeface="Angsana New" pitchFamily="18" charset="-34"/>
              </a:rPr>
              <a:t> </a:t>
            </a:r>
          </a:p>
          <a:p>
            <a:pPr>
              <a:lnSpc>
                <a:spcPct val="90000"/>
              </a:lnSpc>
              <a:defRPr/>
            </a:pPr>
            <a:r>
              <a:rPr kumimoji="0" lang="en-US" altLang="ja-JP" sz="2400" dirty="0">
                <a:latin typeface="Lucida Console" pitchFamily="49" charset="0"/>
                <a:cs typeface="Angsana New" pitchFamily="18" charset="-34"/>
              </a:rPr>
              <a:t> }</a:t>
            </a:r>
          </a:p>
          <a:p>
            <a:pPr>
              <a:lnSpc>
                <a:spcPct val="90000"/>
              </a:lnSpc>
              <a:defRPr/>
            </a:pPr>
            <a:r>
              <a:rPr kumimoji="0" lang="en-US" altLang="ja-JP" sz="2400" dirty="0">
                <a:latin typeface="Lucida Console" pitchFamily="49" charset="0"/>
                <a:cs typeface="Angsana New" pitchFamily="18" charset="-34"/>
              </a:rPr>
              <a:t>}</a:t>
            </a:r>
          </a:p>
        </p:txBody>
      </p:sp>
      <p:sp>
        <p:nvSpPr>
          <p:cNvPr id="361482" name="Text Box 10"/>
          <p:cNvSpPr txBox="1">
            <a:spLocks noChangeArrowheads="1"/>
          </p:cNvSpPr>
          <p:nvPr/>
        </p:nvSpPr>
        <p:spPr bwMode="auto">
          <a:xfrm>
            <a:off x="2895600" y="5765800"/>
            <a:ext cx="5537200" cy="701675"/>
          </a:xfrm>
          <a:prstGeom prst="rect">
            <a:avLst/>
          </a:prstGeom>
          <a:noFill/>
          <a:ln w="9525">
            <a:noFill/>
            <a:miter lim="800000"/>
            <a:headEnd/>
            <a:tailEnd/>
          </a:ln>
          <a:effectLst/>
        </p:spPr>
        <p:txBody>
          <a:bodyPr wrap="none">
            <a:spAutoFit/>
          </a:bodyPr>
          <a:lstStyle/>
          <a:p>
            <a:pPr>
              <a:defRPr/>
            </a:pPr>
            <a:r>
              <a:rPr lang="en-US" altLang="ja-JP" sz="4000" i="1">
                <a:solidFill>
                  <a:srgbClr val="800000"/>
                </a:solidFill>
                <a:effectLst>
                  <a:outerShdw blurRad="38100" dist="38100" dir="2700000" algn="tl">
                    <a:srgbClr val="C0C0C0"/>
                  </a:outerShdw>
                </a:effectLst>
                <a:latin typeface="Franklin Gothic Medium" pitchFamily="34" charset="0"/>
                <a:cs typeface="Angsana New" pitchFamily="18" charset="-34"/>
              </a:rPr>
              <a:t>How to display JxJ stars?</a:t>
            </a:r>
          </a:p>
        </p:txBody>
      </p:sp>
      <p:grpSp>
        <p:nvGrpSpPr>
          <p:cNvPr id="26630" name="Group 11"/>
          <p:cNvGrpSpPr>
            <a:grpSpLocks/>
          </p:cNvGrpSpPr>
          <p:nvPr/>
        </p:nvGrpSpPr>
        <p:grpSpPr bwMode="auto">
          <a:xfrm>
            <a:off x="914400" y="1371600"/>
            <a:ext cx="841375" cy="933450"/>
            <a:chOff x="2400" y="819"/>
            <a:chExt cx="530" cy="588"/>
          </a:xfrm>
        </p:grpSpPr>
        <p:sp>
          <p:nvSpPr>
            <p:cNvPr id="361484" name="Text Box 12"/>
            <p:cNvSpPr txBox="1">
              <a:spLocks noChangeArrowheads="1"/>
            </p:cNvSpPr>
            <p:nvPr/>
          </p:nvSpPr>
          <p:spPr bwMode="auto">
            <a:xfrm>
              <a:off x="2400" y="864"/>
              <a:ext cx="528" cy="466"/>
            </a:xfrm>
            <a:prstGeom prst="rect">
              <a:avLst/>
            </a:prstGeom>
            <a:gradFill rotWithShape="1">
              <a:gsLst>
                <a:gs pos="0">
                  <a:srgbClr val="FF6699"/>
                </a:gs>
                <a:gs pos="100000">
                  <a:schemeClr val="bg1"/>
                </a:gs>
              </a:gsLst>
              <a:lin ang="5400000" scaled="1"/>
            </a:gradFill>
            <a:ln w="38100">
              <a:solidFill>
                <a:schemeClr val="tx1"/>
              </a:solidFill>
              <a:prstDash val="sysDot"/>
              <a:miter lim="800000"/>
              <a:headEnd/>
              <a:tailEnd/>
            </a:ln>
            <a:effectLst/>
          </p:spPr>
          <p:txBody>
            <a:bodyPr>
              <a:spAutoFit/>
            </a:bodyPr>
            <a:lstStyle/>
            <a:p>
              <a:pPr>
                <a:defRPr/>
              </a:pPr>
              <a:endParaRPr lang="ja-JP" altLang="en-US" sz="2000">
                <a:effectLst>
                  <a:outerShdw blurRad="38100" dist="38100" dir="2700000" algn="tl">
                    <a:srgbClr val="FFFFFF"/>
                  </a:outerShdw>
                </a:effectLst>
                <a:latin typeface="Lucida Console" pitchFamily="49" charset="0"/>
                <a:cs typeface="Angsana New" pitchFamily="18" charset="-34"/>
              </a:endParaRPr>
            </a:p>
            <a:p>
              <a:pPr>
                <a:defRPr/>
              </a:pPr>
              <a:endParaRPr lang="ja-JP" altLang="th-TH" sz="2000">
                <a:effectLst>
                  <a:outerShdw blurRad="38100" dist="38100" dir="2700000" algn="tl">
                    <a:srgbClr val="FFFFFF"/>
                  </a:outerShdw>
                </a:effectLst>
                <a:latin typeface="Lucida Console" pitchFamily="49" charset="0"/>
                <a:cs typeface="Angsana New" pitchFamily="18" charset="-34"/>
              </a:endParaRPr>
            </a:p>
          </p:txBody>
        </p:sp>
        <p:sp>
          <p:nvSpPr>
            <p:cNvPr id="361485" name="Text Box 13"/>
            <p:cNvSpPr txBox="1">
              <a:spLocks noChangeArrowheads="1"/>
            </p:cNvSpPr>
            <p:nvPr/>
          </p:nvSpPr>
          <p:spPr bwMode="auto">
            <a:xfrm>
              <a:off x="2407" y="819"/>
              <a:ext cx="521" cy="327"/>
            </a:xfrm>
            <a:prstGeom prst="rect">
              <a:avLst/>
            </a:prstGeom>
            <a:noFill/>
            <a:ln w="9525">
              <a:noFill/>
              <a:miter lim="800000"/>
              <a:headEnd/>
              <a:tailEnd/>
            </a:ln>
            <a:effectLst/>
          </p:spPr>
          <p:txBody>
            <a:bodyPr>
              <a:spAutoFit/>
            </a:bodyPr>
            <a:lstStyle/>
            <a:p>
              <a:pPr>
                <a:defRPr/>
              </a:pPr>
              <a:r>
                <a:rPr lang="ja-JP" altLang="en-US" sz="2800" b="1">
                  <a:effectLst>
                    <a:outerShdw blurRad="38100" dist="38100" dir="2700000" algn="tl">
                      <a:srgbClr val="C0C0C0"/>
                    </a:outerShdw>
                  </a:effectLst>
                  <a:latin typeface="Lucida Console" pitchFamily="49" charset="0"/>
                  <a:cs typeface="Angsana New" pitchFamily="18" charset="-34"/>
                </a:rPr>
                <a:t>***</a:t>
              </a:r>
              <a:endParaRPr lang="ja-JP" altLang="th-TH" sz="2800" b="1">
                <a:effectLst>
                  <a:outerShdw blurRad="38100" dist="38100" dir="2700000" algn="tl">
                    <a:srgbClr val="C0C0C0"/>
                  </a:outerShdw>
                </a:effectLst>
                <a:latin typeface="Lucida Console" pitchFamily="49" charset="0"/>
                <a:cs typeface="Angsana New" pitchFamily="18" charset="-34"/>
              </a:endParaRPr>
            </a:p>
          </p:txBody>
        </p:sp>
        <p:sp>
          <p:nvSpPr>
            <p:cNvPr id="361486" name="Rectangle 14"/>
            <p:cNvSpPr>
              <a:spLocks noChangeArrowheads="1"/>
            </p:cNvSpPr>
            <p:nvPr/>
          </p:nvSpPr>
          <p:spPr bwMode="auto">
            <a:xfrm>
              <a:off x="2409" y="948"/>
              <a:ext cx="521" cy="327"/>
            </a:xfrm>
            <a:prstGeom prst="rect">
              <a:avLst/>
            </a:prstGeom>
            <a:noFill/>
            <a:ln w="9525">
              <a:noFill/>
              <a:miter lim="800000"/>
              <a:headEnd/>
              <a:tailEnd/>
            </a:ln>
            <a:effectLst/>
          </p:spPr>
          <p:txBody>
            <a:bodyPr wrap="none">
              <a:spAutoFit/>
            </a:bodyPr>
            <a:lstStyle/>
            <a:p>
              <a:pPr>
                <a:defRPr/>
              </a:pPr>
              <a:r>
                <a:rPr lang="ja-JP" altLang="en-US" sz="2800" b="1">
                  <a:effectLst>
                    <a:outerShdw blurRad="38100" dist="38100" dir="2700000" algn="tl">
                      <a:srgbClr val="C0C0C0"/>
                    </a:outerShdw>
                  </a:effectLst>
                  <a:latin typeface="Lucida Console" pitchFamily="49" charset="0"/>
                  <a:cs typeface="Angsana New" pitchFamily="18" charset="-34"/>
                </a:rPr>
                <a:t>***</a:t>
              </a:r>
              <a:endParaRPr lang="ja-JP" altLang="th-TH" sz="2800" b="1">
                <a:effectLst>
                  <a:outerShdw blurRad="38100" dist="38100" dir="2700000" algn="tl">
                    <a:srgbClr val="C0C0C0"/>
                  </a:outerShdw>
                </a:effectLst>
                <a:latin typeface="Lucida Console" pitchFamily="49" charset="0"/>
                <a:cs typeface="Angsana New" pitchFamily="18" charset="-34"/>
              </a:endParaRPr>
            </a:p>
          </p:txBody>
        </p:sp>
        <p:sp>
          <p:nvSpPr>
            <p:cNvPr id="361487" name="Rectangle 15"/>
            <p:cNvSpPr>
              <a:spLocks noChangeArrowheads="1"/>
            </p:cNvSpPr>
            <p:nvPr/>
          </p:nvSpPr>
          <p:spPr bwMode="auto">
            <a:xfrm>
              <a:off x="2409" y="1080"/>
              <a:ext cx="521" cy="327"/>
            </a:xfrm>
            <a:prstGeom prst="rect">
              <a:avLst/>
            </a:prstGeom>
            <a:noFill/>
            <a:ln w="9525">
              <a:noFill/>
              <a:miter lim="800000"/>
              <a:headEnd/>
              <a:tailEnd/>
            </a:ln>
            <a:effectLst/>
          </p:spPr>
          <p:txBody>
            <a:bodyPr>
              <a:spAutoFit/>
            </a:bodyPr>
            <a:lstStyle/>
            <a:p>
              <a:pPr>
                <a:defRPr/>
              </a:pPr>
              <a:endParaRPr lang="ja-JP" altLang="th-TH" sz="2800" b="1">
                <a:effectLst>
                  <a:outerShdw blurRad="38100" dist="38100" dir="2700000" algn="tl">
                    <a:srgbClr val="C0C0C0"/>
                  </a:outerShdw>
                </a:effectLst>
                <a:latin typeface="Lucida Console" pitchFamily="49" charset="0"/>
                <a:cs typeface="Angsana New" pitchFamily="18" charset="-34"/>
              </a:endParaRPr>
            </a:p>
          </p:txBody>
        </p:sp>
      </p:grpSp>
      <p:sp>
        <p:nvSpPr>
          <p:cNvPr id="361494" name="Rectangle 22"/>
          <p:cNvSpPr>
            <a:spLocks noChangeArrowheads="1"/>
          </p:cNvSpPr>
          <p:nvPr/>
        </p:nvSpPr>
        <p:spPr bwMode="auto">
          <a:xfrm>
            <a:off x="2438400" y="2347913"/>
            <a:ext cx="4800600" cy="3429000"/>
          </a:xfrm>
          <a:prstGeom prst="rect">
            <a:avLst/>
          </a:prstGeom>
          <a:solidFill>
            <a:srgbClr val="FF00FF">
              <a:alpha val="10196"/>
            </a:srgbClr>
          </a:solidFill>
          <a:ln w="9525">
            <a:solidFill>
              <a:schemeClr val="tx1"/>
            </a:solidFill>
            <a:miter lim="800000"/>
            <a:headEnd/>
            <a:tailEnd/>
          </a:ln>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kumimoji="1" lang="en-US" altLang="en-US" sz="1200">
              <a:latin typeface="Arial" panose="020B0604020202020204" pitchFamily="34" charset="0"/>
              <a:ea typeface="MS PGothic" panose="020B0600070205080204" pitchFamily="34" charset="-128"/>
            </a:endParaRPr>
          </a:p>
        </p:txBody>
      </p:sp>
      <p:sp>
        <p:nvSpPr>
          <p:cNvPr id="361495" name="Rectangle 23"/>
          <p:cNvSpPr>
            <a:spLocks noChangeArrowheads="1"/>
          </p:cNvSpPr>
          <p:nvPr/>
        </p:nvSpPr>
        <p:spPr bwMode="auto">
          <a:xfrm>
            <a:off x="2743200" y="2971800"/>
            <a:ext cx="4343400" cy="1536700"/>
          </a:xfrm>
          <a:prstGeom prst="rect">
            <a:avLst/>
          </a:prstGeom>
          <a:solidFill>
            <a:srgbClr val="FFFFCC">
              <a:alpha val="30196"/>
            </a:srgbClr>
          </a:solidFill>
          <a:ln w="19050">
            <a:solidFill>
              <a:schemeClr val="tx1"/>
            </a:solidFill>
            <a:miter lim="800000"/>
            <a:headEnd/>
            <a:tailEnd/>
          </a:ln>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kumimoji="1" lang="en-US" altLang="en-US" sz="1200">
              <a:latin typeface="Arial" panose="020B0604020202020204" pitchFamily="34" charset="0"/>
              <a:ea typeface="MS PGothic" panose="020B0600070205080204" pitchFamily="34" charset="-128"/>
            </a:endParaRPr>
          </a:p>
        </p:txBody>
      </p:sp>
    </p:spTree>
    <p:extLst>
      <p:ext uri="{BB962C8B-B14F-4D97-AF65-F5344CB8AC3E}">
        <p14:creationId xmlns:p14="http://schemas.microsoft.com/office/powerpoint/2010/main" val="79116978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61475"/>
                                        </p:tgtEl>
                                        <p:attrNameLst>
                                          <p:attrName>style.visibility</p:attrName>
                                        </p:attrNameLst>
                                      </p:cBhvr>
                                      <p:to>
                                        <p:strVal val="visible"/>
                                      </p:to>
                                    </p:set>
                                    <p:animEffect transition="in" filter="fade">
                                      <p:cBhvr>
                                        <p:cTn id="7" dur="500"/>
                                        <p:tgtEl>
                                          <p:spTgt spid="36147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61494"/>
                                        </p:tgtEl>
                                        <p:attrNameLst>
                                          <p:attrName>style.visibility</p:attrName>
                                        </p:attrNameLst>
                                      </p:cBhvr>
                                      <p:to>
                                        <p:strVal val="visible"/>
                                      </p:to>
                                    </p:set>
                                    <p:animEffect transition="in" filter="dissolve">
                                      <p:cBhvr>
                                        <p:cTn id="12" dur="500"/>
                                        <p:tgtEl>
                                          <p:spTgt spid="36149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61495"/>
                                        </p:tgtEl>
                                        <p:attrNameLst>
                                          <p:attrName>style.visibility</p:attrName>
                                        </p:attrNameLst>
                                      </p:cBhvr>
                                      <p:to>
                                        <p:strVal val="visible"/>
                                      </p:to>
                                    </p:set>
                                    <p:animEffect transition="in" filter="dissolve">
                                      <p:cBhvr>
                                        <p:cTn id="17" dur="500"/>
                                        <p:tgtEl>
                                          <p:spTgt spid="36149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xit" presetSubtype="0" fill="hold" grpId="1" nodeType="clickEffect">
                                  <p:stCondLst>
                                    <p:cond delay="0"/>
                                  </p:stCondLst>
                                  <p:childTnLst>
                                    <p:animEffect transition="out" filter="dissolve">
                                      <p:cBhvr>
                                        <p:cTn id="21" dur="500"/>
                                        <p:tgtEl>
                                          <p:spTgt spid="361495"/>
                                        </p:tgtEl>
                                      </p:cBhvr>
                                    </p:animEffect>
                                    <p:set>
                                      <p:cBhvr>
                                        <p:cTn id="22" dur="1" fill="hold">
                                          <p:stCondLst>
                                            <p:cond delay="499"/>
                                          </p:stCondLst>
                                        </p:cTn>
                                        <p:tgtEl>
                                          <p:spTgt spid="361495"/>
                                        </p:tgtEl>
                                        <p:attrNameLst>
                                          <p:attrName>style.visibility</p:attrName>
                                        </p:attrNameLst>
                                      </p:cBhvr>
                                      <p:to>
                                        <p:strVal val="hidden"/>
                                      </p:to>
                                    </p:set>
                                  </p:childTnLst>
                                </p:cTn>
                              </p:par>
                            </p:childTnLst>
                          </p:cTn>
                        </p:par>
                        <p:par>
                          <p:cTn id="23" fill="hold" nodeType="afterGroup">
                            <p:stCondLst>
                              <p:cond delay="500"/>
                            </p:stCondLst>
                            <p:childTnLst>
                              <p:par>
                                <p:cTn id="24" presetID="9" presetClass="exit" presetSubtype="0" fill="hold" grpId="1" nodeType="afterEffect">
                                  <p:stCondLst>
                                    <p:cond delay="0"/>
                                  </p:stCondLst>
                                  <p:childTnLst>
                                    <p:animEffect transition="out" filter="dissolve">
                                      <p:cBhvr>
                                        <p:cTn id="25" dur="500"/>
                                        <p:tgtEl>
                                          <p:spTgt spid="361494"/>
                                        </p:tgtEl>
                                      </p:cBhvr>
                                    </p:animEffect>
                                    <p:set>
                                      <p:cBhvr>
                                        <p:cTn id="26" dur="1" fill="hold">
                                          <p:stCondLst>
                                            <p:cond delay="499"/>
                                          </p:stCondLst>
                                        </p:cTn>
                                        <p:tgtEl>
                                          <p:spTgt spid="361494"/>
                                        </p:tgtEl>
                                        <p:attrNameLst>
                                          <p:attrName>style.visibility</p:attrName>
                                        </p:attrNameLst>
                                      </p:cBhvr>
                                      <p:to>
                                        <p:strVal val="hidden"/>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361482"/>
                                        </p:tgtEl>
                                        <p:attrNameLst>
                                          <p:attrName>style.visibility</p:attrName>
                                        </p:attrNameLst>
                                      </p:cBhvr>
                                      <p:to>
                                        <p:strVal val="visible"/>
                                      </p:to>
                                    </p:set>
                                    <p:animEffect transition="in" filter="dissolve">
                                      <p:cBhvr>
                                        <p:cTn id="31" dur="500"/>
                                        <p:tgtEl>
                                          <p:spTgt spid="3614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1475" grpId="0" animBg="1" autoUpdateAnimBg="0"/>
      <p:bldP spid="361482" grpId="0"/>
      <p:bldP spid="361494" grpId="0" animBg="1"/>
      <p:bldP spid="361494" grpId="1" animBg="1"/>
      <p:bldP spid="361495" grpId="0" animBg="1"/>
      <p:bldP spid="361495" grpId="1"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9772738E-B799-48F8-84B3-DCBE2AD65987}" type="slidenum">
              <a:rPr lang="en-US" altLang="en-US" sz="1400"/>
              <a:pPr>
                <a:spcBef>
                  <a:spcPct val="0"/>
                </a:spcBef>
                <a:buClrTx/>
                <a:buSzTx/>
                <a:buFontTx/>
                <a:buNone/>
              </a:pPr>
              <a:t>60</a:t>
            </a:fld>
            <a:endParaRPr lang="en-US" altLang="en-US" sz="1400"/>
          </a:p>
        </p:txBody>
      </p:sp>
      <p:sp>
        <p:nvSpPr>
          <p:cNvPr id="28675" name="Rectangle 2"/>
          <p:cNvSpPr>
            <a:spLocks noGrp="1" noChangeArrowheads="1"/>
          </p:cNvSpPr>
          <p:nvPr>
            <p:ph type="title"/>
          </p:nvPr>
        </p:nvSpPr>
        <p:spPr>
          <a:xfrm>
            <a:off x="0" y="241300"/>
            <a:ext cx="9144000" cy="628650"/>
          </a:xfrm>
        </p:spPr>
        <p:txBody>
          <a:bodyPr>
            <a:normAutofit fontScale="90000"/>
          </a:bodyPr>
          <a:lstStyle/>
          <a:p>
            <a:r>
              <a:rPr lang="en-US" altLang="en-US" sz="3600" smtClean="0"/>
              <a:t>Problem: Guessing Numbers</a:t>
            </a:r>
            <a:r>
              <a:rPr lang="en-US" altLang="en-US" sz="4000" smtClean="0"/>
              <a:t> </a:t>
            </a:r>
          </a:p>
        </p:txBody>
      </p:sp>
      <p:sp>
        <p:nvSpPr>
          <p:cNvPr id="28676" name="Rectangle 3"/>
          <p:cNvSpPr>
            <a:spLocks noGrp="1" noChangeArrowheads="1"/>
          </p:cNvSpPr>
          <p:nvPr>
            <p:ph type="body" idx="1"/>
          </p:nvPr>
        </p:nvSpPr>
        <p:spPr>
          <a:xfrm>
            <a:off x="309563" y="1009650"/>
            <a:ext cx="8534400" cy="4186238"/>
          </a:xfrm>
        </p:spPr>
        <p:txBody>
          <a:bodyPr/>
          <a:lstStyle/>
          <a:p>
            <a:pPr marL="0" indent="0">
              <a:spcBef>
                <a:spcPct val="100000"/>
              </a:spcBef>
              <a:buFont typeface="Monotype Sorts"/>
              <a:buNone/>
            </a:pPr>
            <a:r>
              <a:rPr lang="en-US" altLang="en-US" smtClean="0"/>
              <a:t>Write a program that randomly generates an integer between </a:t>
            </a:r>
            <a:r>
              <a:rPr lang="en-US" altLang="en-US" u="sng" smtClean="0"/>
              <a:t>0</a:t>
            </a:r>
            <a:r>
              <a:rPr lang="en-US" altLang="en-US" smtClean="0"/>
              <a:t> and </a:t>
            </a:r>
            <a:r>
              <a:rPr lang="en-US" altLang="en-US" u="sng" smtClean="0"/>
              <a:t>100</a:t>
            </a:r>
            <a:r>
              <a:rPr lang="en-US" altLang="en-US" smtClean="0"/>
              <a:t>, inclusive. The program prompts the user to enter a number continuously until the number matches the randomly generated number. For each user input, the program tells the user whether the input is too low or too high, so the user can choose the next input intelligently. </a:t>
            </a:r>
          </a:p>
        </p:txBody>
      </p:sp>
    </p:spTree>
    <p:extLst>
      <p:ext uri="{BB962C8B-B14F-4D97-AF65-F5344CB8AC3E}">
        <p14:creationId xmlns:p14="http://schemas.microsoft.com/office/powerpoint/2010/main" val="784268244"/>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00B050"/>
                </a:solidFill>
                <a:latin typeface="Arial"/>
              </a:rPr>
              <a:t>4.10.3 Implementing Sentinel-Controlled Iteration</a:t>
            </a:r>
            <a:endParaRPr lang="en-US" dirty="0">
              <a:solidFill>
                <a:srgbClr val="3380E6"/>
              </a:solidFill>
              <a:latin typeface="Arial"/>
            </a:endParaRPr>
          </a:p>
        </p:txBody>
      </p:sp>
      <p:sp>
        <p:nvSpPr>
          <p:cNvPr id="102403" name="Text Placeholder 2"/>
          <p:cNvSpPr>
            <a:spLocks noGrp="1"/>
          </p:cNvSpPr>
          <p:nvPr>
            <p:ph type="body" idx="1"/>
          </p:nvPr>
        </p:nvSpPr>
        <p:spPr/>
        <p:txBody>
          <a:bodyPr/>
          <a:lstStyle/>
          <a:p>
            <a:pPr eaLnBrk="1" hangingPunct="1">
              <a:lnSpc>
                <a:spcPct val="80000"/>
              </a:lnSpc>
            </a:pPr>
            <a:r>
              <a:rPr lang="en-US" altLang="en-US" sz="2500" dirty="0">
                <a:solidFill>
                  <a:srgbClr val="000000"/>
                </a:solidFill>
                <a:latin typeface="Cambria" panose="02040503050406030204" pitchFamily="18" charset="0"/>
              </a:rPr>
              <a:t>An averaging calculation is likely to produce a number with a decimal point—a real number or </a:t>
            </a:r>
            <a:r>
              <a:rPr lang="en-US" altLang="en-US" sz="2500" dirty="0">
                <a:solidFill>
                  <a:srgbClr val="0000FF"/>
                </a:solidFill>
                <a:latin typeface="Cambria" panose="02040503050406030204" pitchFamily="18" charset="0"/>
              </a:rPr>
              <a:t>floating-point number</a:t>
            </a:r>
            <a:r>
              <a:rPr lang="en-US" altLang="en-US" sz="2500" dirty="0">
                <a:solidFill>
                  <a:srgbClr val="000000"/>
                </a:solidFill>
                <a:latin typeface="Cambria" panose="02040503050406030204" pitchFamily="18" charset="0"/>
              </a:rPr>
              <a:t> (e.g., 7.33, 0.0975 or 1000.12345).</a:t>
            </a:r>
          </a:p>
          <a:p>
            <a:pPr eaLnBrk="1" hangingPunct="1">
              <a:lnSpc>
                <a:spcPct val="80000"/>
              </a:lnSpc>
            </a:pPr>
            <a:r>
              <a:rPr lang="en-US" altLang="en-US" sz="2500" dirty="0">
                <a:solidFill>
                  <a:srgbClr val="000000"/>
                </a:solidFill>
                <a:latin typeface="Cambria" panose="02040503050406030204" pitchFamily="18" charset="0"/>
              </a:rPr>
              <a:t>Type </a:t>
            </a:r>
            <a:r>
              <a:rPr lang="en-US" altLang="en-US" sz="2500" dirty="0" err="1">
                <a:solidFill>
                  <a:srgbClr val="000000"/>
                </a:solidFill>
                <a:latin typeface="Consolas" panose="020B0609020204030204" pitchFamily="49" charset="0"/>
              </a:rPr>
              <a:t>int</a:t>
            </a:r>
            <a:r>
              <a:rPr lang="en-US" altLang="en-US" sz="2500" dirty="0">
                <a:solidFill>
                  <a:srgbClr val="000000"/>
                </a:solidFill>
                <a:latin typeface="Cambria" panose="02040503050406030204" pitchFamily="18" charset="0"/>
              </a:rPr>
              <a:t> cannot represent such a number.</a:t>
            </a:r>
          </a:p>
          <a:p>
            <a:pPr eaLnBrk="1" hangingPunct="1">
              <a:lnSpc>
                <a:spcPct val="80000"/>
              </a:lnSpc>
            </a:pPr>
            <a:r>
              <a:rPr lang="en-US" altLang="en-US" sz="2500" dirty="0">
                <a:solidFill>
                  <a:srgbClr val="000000"/>
                </a:solidFill>
                <a:latin typeface="Cambria" panose="02040503050406030204" pitchFamily="18" charset="0"/>
              </a:rPr>
              <a:t>C++ provides several data types for storing floating-point numbers in memory, including </a:t>
            </a:r>
            <a:r>
              <a:rPr lang="en-US" altLang="en-US" sz="2500" dirty="0">
                <a:solidFill>
                  <a:srgbClr val="0000FF"/>
                </a:solidFill>
                <a:latin typeface="Consolas" panose="020B0609020204030204" pitchFamily="49" charset="0"/>
              </a:rPr>
              <a:t>float</a:t>
            </a:r>
            <a:r>
              <a:rPr lang="en-US" altLang="en-US" sz="2500" dirty="0">
                <a:solidFill>
                  <a:srgbClr val="000000"/>
                </a:solidFill>
                <a:latin typeface="Cambria" panose="02040503050406030204" pitchFamily="18" charset="0"/>
              </a:rPr>
              <a:t> and </a:t>
            </a:r>
            <a:r>
              <a:rPr lang="en-US" altLang="en-US" sz="2500" dirty="0">
                <a:solidFill>
                  <a:srgbClr val="0000FF"/>
                </a:solidFill>
                <a:latin typeface="Consolas" panose="020B0609020204030204" pitchFamily="49" charset="0"/>
              </a:rPr>
              <a:t>double</a:t>
            </a:r>
            <a:r>
              <a:rPr lang="en-US" altLang="en-US" sz="2500" dirty="0">
                <a:solidFill>
                  <a:srgbClr val="000000"/>
                </a:solidFill>
                <a:latin typeface="Cambria" panose="02040503050406030204" pitchFamily="18" charset="0"/>
              </a:rPr>
              <a:t>.</a:t>
            </a:r>
          </a:p>
          <a:p>
            <a:pPr eaLnBrk="1" hangingPunct="1">
              <a:lnSpc>
                <a:spcPct val="80000"/>
              </a:lnSpc>
            </a:pPr>
            <a:r>
              <a:rPr lang="en-US" altLang="en-US" sz="2500" dirty="0">
                <a:solidFill>
                  <a:srgbClr val="000000"/>
                </a:solidFill>
                <a:latin typeface="Cambria" panose="02040503050406030204" pitchFamily="18" charset="0"/>
              </a:rPr>
              <a:t>Compared to </a:t>
            </a:r>
            <a:r>
              <a:rPr lang="en-US" altLang="en-US" sz="2500" dirty="0">
                <a:solidFill>
                  <a:srgbClr val="000000"/>
                </a:solidFill>
                <a:latin typeface="Consolas" panose="020B0609020204030204" pitchFamily="49" charset="0"/>
              </a:rPr>
              <a:t>float</a:t>
            </a:r>
            <a:r>
              <a:rPr lang="en-US" altLang="en-US" sz="2500" dirty="0">
                <a:solidFill>
                  <a:srgbClr val="000000"/>
                </a:solidFill>
                <a:latin typeface="Cambria" panose="02040503050406030204" pitchFamily="18" charset="0"/>
              </a:rPr>
              <a:t> variables, </a:t>
            </a:r>
            <a:r>
              <a:rPr lang="en-US" altLang="en-US" sz="2500" dirty="0">
                <a:solidFill>
                  <a:srgbClr val="000000"/>
                </a:solidFill>
                <a:latin typeface="Consolas" panose="020B0609020204030204" pitchFamily="49" charset="0"/>
              </a:rPr>
              <a:t>double</a:t>
            </a:r>
            <a:r>
              <a:rPr lang="en-US" altLang="en-US" sz="2500" dirty="0">
                <a:solidFill>
                  <a:srgbClr val="000000"/>
                </a:solidFill>
                <a:latin typeface="Cambria" panose="02040503050406030204" pitchFamily="18" charset="0"/>
              </a:rPr>
              <a:t> variables can typically store numbers with larger magnitude and finer detail </a:t>
            </a:r>
          </a:p>
          <a:p>
            <a:pPr lvl="1" eaLnBrk="1" hangingPunct="1">
              <a:lnSpc>
                <a:spcPct val="80000"/>
              </a:lnSpc>
            </a:pPr>
            <a:r>
              <a:rPr lang="en-US" altLang="en-US" sz="2100" dirty="0">
                <a:solidFill>
                  <a:srgbClr val="000000"/>
                </a:solidFill>
                <a:latin typeface="Cambria" panose="02040503050406030204" pitchFamily="18" charset="0"/>
              </a:rPr>
              <a:t>more digits to the right of the decimal point—also known as the number’s </a:t>
            </a:r>
            <a:r>
              <a:rPr lang="en-US" altLang="en-US" sz="2100" dirty="0">
                <a:solidFill>
                  <a:srgbClr val="0000FF"/>
                </a:solidFill>
                <a:latin typeface="Cambria" panose="02040503050406030204" pitchFamily="18" charset="0"/>
              </a:rPr>
              <a:t>precision</a:t>
            </a:r>
            <a:r>
              <a:rPr lang="en-US" altLang="en-US" sz="2100" dirty="0">
                <a:solidFill>
                  <a:srgbClr val="000000"/>
                </a:solidFill>
                <a:latin typeface="Cambria" panose="02040503050406030204" pitchFamily="18" charset="0"/>
              </a:rPr>
              <a:t>.</a:t>
            </a:r>
          </a:p>
          <a:p>
            <a:pPr eaLnBrk="1" hangingPunct="1">
              <a:lnSpc>
                <a:spcPct val="80000"/>
              </a:lnSpc>
            </a:pPr>
            <a:r>
              <a:rPr lang="en-US" altLang="en-US" sz="2500" dirty="0">
                <a:solidFill>
                  <a:srgbClr val="0000FF"/>
                </a:solidFill>
                <a:latin typeface="Cambria" panose="02040503050406030204" pitchFamily="18" charset="0"/>
              </a:rPr>
              <a:t>Cast operator</a:t>
            </a:r>
            <a:r>
              <a:rPr lang="en-US" altLang="en-US" sz="2500" dirty="0">
                <a:solidFill>
                  <a:srgbClr val="000000"/>
                </a:solidFill>
                <a:latin typeface="Cambria" panose="02040503050406030204" pitchFamily="18" charset="0"/>
              </a:rPr>
              <a:t> can be used to force the averaging calculation to produce a floating-point numeric result.</a:t>
            </a:r>
          </a:p>
        </p:txBody>
      </p:sp>
      <p:sp>
        <p:nvSpPr>
          <p:cNvPr id="104452"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extLst>
      <p:ext uri="{BB962C8B-B14F-4D97-AF65-F5344CB8AC3E}">
        <p14:creationId xmlns:p14="http://schemas.microsoft.com/office/powerpoint/2010/main" val="2171120543"/>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00B050"/>
                </a:solidFill>
                <a:latin typeface="Arial"/>
              </a:rPr>
              <a:t>4.10.4 Converting Between Fundamental Types Explicitly and Implicitly</a:t>
            </a:r>
            <a:endParaRPr lang="en-US" dirty="0">
              <a:solidFill>
                <a:srgbClr val="3380E6"/>
              </a:solidFill>
              <a:latin typeface="Arial"/>
            </a:endParaRPr>
          </a:p>
        </p:txBody>
      </p:sp>
      <p:sp>
        <p:nvSpPr>
          <p:cNvPr id="116739" name="Text Placeholder 2"/>
          <p:cNvSpPr>
            <a:spLocks noGrp="1"/>
          </p:cNvSpPr>
          <p:nvPr>
            <p:ph type="body" idx="1"/>
          </p:nvPr>
        </p:nvSpPr>
        <p:spPr/>
        <p:txBody>
          <a:bodyPr/>
          <a:lstStyle/>
          <a:p>
            <a:pPr eaLnBrk="1" hangingPunct="1"/>
            <a:r>
              <a:rPr lang="en-US" altLang="en-US" sz="2500" dirty="0">
                <a:solidFill>
                  <a:srgbClr val="000000"/>
                </a:solidFill>
                <a:latin typeface="Cambria" panose="02040503050406030204" pitchFamily="18" charset="0"/>
              </a:rPr>
              <a:t>The variable </a:t>
            </a:r>
            <a:r>
              <a:rPr lang="en-US" altLang="en-US" sz="2500" dirty="0">
                <a:solidFill>
                  <a:srgbClr val="000000"/>
                </a:solidFill>
                <a:latin typeface="Consolas" panose="020B0609020204030204" pitchFamily="49" charset="0"/>
              </a:rPr>
              <a:t>average</a:t>
            </a:r>
            <a:r>
              <a:rPr lang="en-US" altLang="en-US" sz="2500" dirty="0">
                <a:solidFill>
                  <a:srgbClr val="000000"/>
                </a:solidFill>
                <a:latin typeface="Cambria" panose="02040503050406030204" pitchFamily="18" charset="0"/>
              </a:rPr>
              <a:t> is declared to be of type </a:t>
            </a:r>
            <a:r>
              <a:rPr lang="en-US" altLang="en-US" sz="2500" dirty="0">
                <a:solidFill>
                  <a:srgbClr val="000000"/>
                </a:solidFill>
                <a:latin typeface="Consolas" panose="020B0609020204030204" pitchFamily="49" charset="0"/>
              </a:rPr>
              <a:t>double</a:t>
            </a:r>
            <a:r>
              <a:rPr lang="en-US" altLang="en-US" sz="2500" dirty="0">
                <a:solidFill>
                  <a:srgbClr val="000000"/>
                </a:solidFill>
                <a:latin typeface="Cambria" panose="02040503050406030204" pitchFamily="18" charset="0"/>
              </a:rPr>
              <a:t> to capture the fractional result of our calculation.</a:t>
            </a:r>
          </a:p>
          <a:p>
            <a:pPr eaLnBrk="1" hangingPunct="1"/>
            <a:r>
              <a:rPr lang="en-US" altLang="en-US" sz="2500" dirty="0">
                <a:solidFill>
                  <a:srgbClr val="000000"/>
                </a:solidFill>
                <a:latin typeface="Consolas" panose="020B0609020204030204" pitchFamily="49" charset="0"/>
              </a:rPr>
              <a:t>total</a:t>
            </a:r>
            <a:r>
              <a:rPr lang="en-US" altLang="en-US" sz="2500" dirty="0">
                <a:solidFill>
                  <a:srgbClr val="000000"/>
                </a:solidFill>
                <a:latin typeface="Cambria" panose="02040503050406030204" pitchFamily="18" charset="0"/>
              </a:rPr>
              <a:t> and </a:t>
            </a:r>
            <a:r>
              <a:rPr lang="en-US" altLang="en-US" sz="2500" dirty="0" err="1">
                <a:solidFill>
                  <a:srgbClr val="000000"/>
                </a:solidFill>
                <a:latin typeface="Consolas" panose="020B0609020204030204" pitchFamily="49" charset="0"/>
              </a:rPr>
              <a:t>gradeCounter</a:t>
            </a:r>
            <a:r>
              <a:rPr lang="en-US" altLang="en-US" sz="2500" dirty="0">
                <a:solidFill>
                  <a:srgbClr val="000000"/>
                </a:solidFill>
                <a:latin typeface="Cambria" panose="02040503050406030204" pitchFamily="18" charset="0"/>
              </a:rPr>
              <a:t> are both integer variables.</a:t>
            </a:r>
          </a:p>
          <a:p>
            <a:pPr eaLnBrk="1" hangingPunct="1"/>
            <a:r>
              <a:rPr lang="en-US" altLang="en-US" sz="2500" dirty="0">
                <a:solidFill>
                  <a:srgbClr val="000000"/>
                </a:solidFill>
                <a:latin typeface="Cambria" panose="02040503050406030204" pitchFamily="18" charset="0"/>
              </a:rPr>
              <a:t>Recall that dividing two integers results in integer division, in which any fractional part of the calculation is lost (i.e., </a:t>
            </a:r>
            <a:r>
              <a:rPr lang="en-US" altLang="en-US" sz="2500" dirty="0">
                <a:solidFill>
                  <a:srgbClr val="0000FF"/>
                </a:solidFill>
                <a:latin typeface="Cambria" panose="02040503050406030204" pitchFamily="18" charset="0"/>
              </a:rPr>
              <a:t>truncated</a:t>
            </a:r>
            <a:r>
              <a:rPr lang="en-US" altLang="en-US" sz="2500" dirty="0">
                <a:solidFill>
                  <a:srgbClr val="000000"/>
                </a:solidFill>
                <a:latin typeface="Cambria" panose="02040503050406030204" pitchFamily="18" charset="0"/>
              </a:rPr>
              <a:t>).</a:t>
            </a:r>
          </a:p>
          <a:p>
            <a:pPr eaLnBrk="1" hangingPunct="1"/>
            <a:r>
              <a:rPr lang="en-US" altLang="en-US" sz="2500" dirty="0">
                <a:solidFill>
                  <a:srgbClr val="000000"/>
                </a:solidFill>
                <a:latin typeface="Cambria" panose="02040503050406030204" pitchFamily="18" charset="0"/>
              </a:rPr>
              <a:t>In the following statement the division occurs </a:t>
            </a:r>
            <a:r>
              <a:rPr lang="en-US" altLang="en-US" sz="2500" i="1" dirty="0">
                <a:solidFill>
                  <a:srgbClr val="000000"/>
                </a:solidFill>
                <a:latin typeface="Cambria" panose="02040503050406030204" pitchFamily="18" charset="0"/>
              </a:rPr>
              <a:t>first</a:t>
            </a:r>
            <a:r>
              <a:rPr lang="en-US" altLang="en-US" sz="2500" dirty="0">
                <a:solidFill>
                  <a:srgbClr val="000000"/>
                </a:solidFill>
                <a:latin typeface="Cambria" panose="02040503050406030204" pitchFamily="18" charset="0"/>
              </a:rPr>
              <a:t>—the result’s fractional part is lost before it’s assigned to </a:t>
            </a:r>
            <a:r>
              <a:rPr lang="en-US" altLang="en-US" sz="2500" dirty="0">
                <a:solidFill>
                  <a:srgbClr val="000000"/>
                </a:solidFill>
                <a:latin typeface="Consolas" panose="020B0609020204030204" pitchFamily="49" charset="0"/>
              </a:rPr>
              <a:t>average</a:t>
            </a:r>
            <a:r>
              <a:rPr lang="en-US" altLang="en-US" sz="2500" dirty="0">
                <a:solidFill>
                  <a:srgbClr val="000000"/>
                </a:solidFill>
                <a:latin typeface="Cambria" panose="02040503050406030204" pitchFamily="18" charset="0"/>
              </a:rPr>
              <a:t>:</a:t>
            </a:r>
          </a:p>
          <a:p>
            <a:pPr lvl="2" eaLnBrk="1" hangingPunct="1"/>
            <a:r>
              <a:rPr lang="en-US" altLang="en-US" sz="1900" dirty="0">
                <a:solidFill>
                  <a:srgbClr val="000000"/>
                </a:solidFill>
                <a:latin typeface="Consolas" panose="020B0609020204030204" pitchFamily="49" charset="0"/>
              </a:rPr>
              <a:t>double average{total / </a:t>
            </a:r>
            <a:r>
              <a:rPr lang="en-US" altLang="en-US" sz="1900" dirty="0" err="1">
                <a:solidFill>
                  <a:srgbClr val="000000"/>
                </a:solidFill>
                <a:latin typeface="Consolas" panose="020B0609020204030204" pitchFamily="49" charset="0"/>
              </a:rPr>
              <a:t>gradeCounter</a:t>
            </a:r>
            <a:r>
              <a:rPr lang="en-US" altLang="en-US" sz="1900" dirty="0">
                <a:solidFill>
                  <a:srgbClr val="000000"/>
                </a:solidFill>
                <a:latin typeface="Consolas" panose="020B0609020204030204" pitchFamily="49" charset="0"/>
              </a:rPr>
              <a:t>};</a:t>
            </a:r>
          </a:p>
        </p:txBody>
      </p:sp>
      <p:sp>
        <p:nvSpPr>
          <p:cNvPr id="118788"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8"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pic>
        <p:nvPicPr>
          <p:cNvPr id="3" name="Picture 2"/>
          <p:cNvPicPr>
            <a:picLocks noChangeAspect="1"/>
          </p:cNvPicPr>
          <p:nvPr/>
        </p:nvPicPr>
        <p:blipFill>
          <a:blip r:embed="rId3"/>
          <a:stretch>
            <a:fillRect/>
          </a:stretch>
        </p:blipFill>
        <p:spPr>
          <a:xfrm>
            <a:off x="1143000" y="152400"/>
            <a:ext cx="6553200" cy="6435124"/>
          </a:xfrm>
          <a:prstGeom prst="rect">
            <a:avLst/>
          </a:prstGeom>
        </p:spPr>
      </p:pic>
    </p:spTree>
    <p:extLst>
      <p:ext uri="{BB962C8B-B14F-4D97-AF65-F5344CB8AC3E}">
        <p14:creationId xmlns:p14="http://schemas.microsoft.com/office/powerpoint/2010/main" val="2603785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00B050"/>
                </a:solidFill>
                <a:latin typeface="Arial"/>
              </a:rPr>
              <a:t>4.10.4 Converting Between Fundamental Types Explicitly and Implicitly</a:t>
            </a:r>
            <a:endParaRPr lang="en-US" dirty="0">
              <a:solidFill>
                <a:srgbClr val="3380E6"/>
              </a:solidFill>
              <a:latin typeface="Arial"/>
            </a:endParaRPr>
          </a:p>
        </p:txBody>
      </p:sp>
      <p:sp>
        <p:nvSpPr>
          <p:cNvPr id="117763" name="Text Placeholder 2"/>
          <p:cNvSpPr>
            <a:spLocks noGrp="1"/>
          </p:cNvSpPr>
          <p:nvPr>
            <p:ph type="body" idx="1"/>
          </p:nvPr>
        </p:nvSpPr>
        <p:spPr/>
        <p:txBody>
          <a:bodyPr/>
          <a:lstStyle/>
          <a:p>
            <a:pPr eaLnBrk="1" hangingPunct="1"/>
            <a:r>
              <a:rPr lang="en-US" altLang="en-US" dirty="0">
                <a:solidFill>
                  <a:srgbClr val="000000"/>
                </a:solidFill>
                <a:latin typeface="Cambria" panose="02040503050406030204" pitchFamily="18" charset="0"/>
              </a:rPr>
              <a:t>To perform a floating-point calculation with integers, create </a:t>
            </a:r>
            <a:r>
              <a:rPr lang="en-US" altLang="en-US" i="1" dirty="0">
                <a:solidFill>
                  <a:srgbClr val="000000"/>
                </a:solidFill>
                <a:latin typeface="Cambria" panose="02040503050406030204" pitchFamily="18" charset="0"/>
              </a:rPr>
              <a:t>temporary</a:t>
            </a:r>
            <a:r>
              <a:rPr lang="en-US" altLang="en-US" dirty="0">
                <a:solidFill>
                  <a:srgbClr val="000000"/>
                </a:solidFill>
                <a:latin typeface="Cambria" panose="02040503050406030204" pitchFamily="18" charset="0"/>
              </a:rPr>
              <a:t> floating-point values.</a:t>
            </a:r>
          </a:p>
          <a:p>
            <a:pPr eaLnBrk="1" hangingPunct="1"/>
            <a:r>
              <a:rPr lang="en-US" altLang="en-US" dirty="0" err="1">
                <a:solidFill>
                  <a:srgbClr val="0000FF"/>
                </a:solidFill>
                <a:latin typeface="Consolas" panose="020B0609020204030204" pitchFamily="49" charset="0"/>
              </a:rPr>
              <a:t>static_cast</a:t>
            </a:r>
            <a:r>
              <a:rPr lang="en-US" altLang="en-US" dirty="0">
                <a:solidFill>
                  <a:srgbClr val="0000FF"/>
                </a:solidFill>
                <a:latin typeface="Cambria" panose="02040503050406030204" pitchFamily="18" charset="0"/>
              </a:rPr>
              <a:t> operator</a:t>
            </a:r>
            <a:r>
              <a:rPr lang="en-US" altLang="en-US" dirty="0">
                <a:solidFill>
                  <a:srgbClr val="000000"/>
                </a:solidFill>
                <a:latin typeface="Cambria" panose="02040503050406030204" pitchFamily="18" charset="0"/>
              </a:rPr>
              <a:t> accomplishes this task.</a:t>
            </a:r>
          </a:p>
          <a:p>
            <a:pPr eaLnBrk="1" hangingPunct="1"/>
            <a:r>
              <a:rPr lang="en-US" altLang="en-US" dirty="0">
                <a:solidFill>
                  <a:srgbClr val="000000"/>
                </a:solidFill>
                <a:latin typeface="Cambria" panose="02040503050406030204" pitchFamily="18" charset="0"/>
              </a:rPr>
              <a:t>The cast operator </a:t>
            </a:r>
            <a:r>
              <a:rPr lang="en-US" altLang="en-US" dirty="0" err="1">
                <a:solidFill>
                  <a:srgbClr val="0000FF"/>
                </a:solidFill>
                <a:latin typeface="Consolas" panose="020B0609020204030204" pitchFamily="49" charset="0"/>
              </a:rPr>
              <a:t>static_cast</a:t>
            </a:r>
            <a:r>
              <a:rPr lang="en-US" altLang="en-US" dirty="0">
                <a:solidFill>
                  <a:srgbClr val="000000"/>
                </a:solidFill>
                <a:latin typeface="Consolas" panose="020B0609020204030204" pitchFamily="49" charset="0"/>
              </a:rPr>
              <a:t>&lt;double&gt;(total)</a:t>
            </a:r>
            <a:r>
              <a:rPr lang="en-US" altLang="en-US" dirty="0">
                <a:solidFill>
                  <a:srgbClr val="000000"/>
                </a:solidFill>
                <a:latin typeface="Cambria" panose="02040503050406030204" pitchFamily="18" charset="0"/>
              </a:rPr>
              <a:t> creates a </a:t>
            </a:r>
            <a:r>
              <a:rPr lang="en-US" altLang="en-US" i="1" dirty="0">
                <a:solidFill>
                  <a:srgbClr val="000000"/>
                </a:solidFill>
                <a:latin typeface="Cambria" panose="02040503050406030204" pitchFamily="18" charset="0"/>
              </a:rPr>
              <a:t>temporary </a:t>
            </a:r>
            <a:r>
              <a:rPr lang="en-US" altLang="en-US" dirty="0">
                <a:solidFill>
                  <a:srgbClr val="000000"/>
                </a:solidFill>
                <a:latin typeface="Cambria" panose="02040503050406030204" pitchFamily="18" charset="0"/>
              </a:rPr>
              <a:t>floating-point copy of its operand in parentheses.</a:t>
            </a:r>
          </a:p>
          <a:p>
            <a:pPr lvl="1" eaLnBrk="1" hangingPunct="1"/>
            <a:r>
              <a:rPr lang="en-US" altLang="en-US" dirty="0">
                <a:solidFill>
                  <a:srgbClr val="000000"/>
                </a:solidFill>
                <a:latin typeface="Cambria" panose="02040503050406030204" pitchFamily="18" charset="0"/>
              </a:rPr>
              <a:t>Known as </a:t>
            </a:r>
            <a:r>
              <a:rPr lang="en-US" altLang="en-US" dirty="0">
                <a:solidFill>
                  <a:srgbClr val="0000FF"/>
                </a:solidFill>
                <a:latin typeface="Cambria" panose="02040503050406030204" pitchFamily="18" charset="0"/>
              </a:rPr>
              <a:t>explicit conversion</a:t>
            </a:r>
            <a:r>
              <a:rPr lang="en-US" altLang="en-US" dirty="0">
                <a:solidFill>
                  <a:srgbClr val="000000"/>
                </a:solidFill>
                <a:latin typeface="Cambria" panose="02040503050406030204" pitchFamily="18" charset="0"/>
              </a:rPr>
              <a:t>.</a:t>
            </a:r>
          </a:p>
          <a:p>
            <a:pPr lvl="1" eaLnBrk="1" hangingPunct="1"/>
            <a:r>
              <a:rPr lang="en-US" altLang="en-US" dirty="0">
                <a:solidFill>
                  <a:srgbClr val="000000"/>
                </a:solidFill>
                <a:latin typeface="Cambria" panose="02040503050406030204" pitchFamily="18" charset="0"/>
              </a:rPr>
              <a:t>The value stored in </a:t>
            </a:r>
            <a:r>
              <a:rPr lang="en-US" altLang="en-US" dirty="0">
                <a:solidFill>
                  <a:srgbClr val="000000"/>
                </a:solidFill>
                <a:latin typeface="Consolas" panose="020B0609020204030204" pitchFamily="49" charset="0"/>
              </a:rPr>
              <a:t>total</a:t>
            </a:r>
            <a:r>
              <a:rPr lang="en-US" altLang="en-US" dirty="0">
                <a:solidFill>
                  <a:srgbClr val="000000"/>
                </a:solidFill>
                <a:latin typeface="Cambria" panose="02040503050406030204" pitchFamily="18" charset="0"/>
              </a:rPr>
              <a:t> is still an integer.</a:t>
            </a:r>
          </a:p>
        </p:txBody>
      </p:sp>
      <p:sp>
        <p:nvSpPr>
          <p:cNvPr id="119812"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00B050"/>
                </a:solidFill>
                <a:latin typeface="Arial"/>
              </a:rPr>
              <a:t>4.10.4 Converting Between Fundamental Types Explicitly and Implicitly</a:t>
            </a:r>
            <a:endParaRPr lang="en-US" dirty="0">
              <a:solidFill>
                <a:srgbClr val="3380E6"/>
              </a:solidFill>
              <a:latin typeface="Arial"/>
            </a:endParaRPr>
          </a:p>
        </p:txBody>
      </p:sp>
      <p:sp>
        <p:nvSpPr>
          <p:cNvPr id="118787" name="Text Placeholder 2"/>
          <p:cNvSpPr>
            <a:spLocks noGrp="1"/>
          </p:cNvSpPr>
          <p:nvPr>
            <p:ph type="body" idx="1"/>
          </p:nvPr>
        </p:nvSpPr>
        <p:spPr/>
        <p:txBody>
          <a:bodyPr/>
          <a:lstStyle/>
          <a:p>
            <a:pPr eaLnBrk="1" hangingPunct="1"/>
            <a:r>
              <a:rPr lang="en-US" altLang="en-US" dirty="0">
                <a:solidFill>
                  <a:srgbClr val="000000"/>
                </a:solidFill>
                <a:latin typeface="Cambria" panose="02040503050406030204" pitchFamily="18" charset="0"/>
              </a:rPr>
              <a:t>The calculation now consists of a floating-point value divided by the integer </a:t>
            </a:r>
            <a:r>
              <a:rPr lang="en-US" altLang="en-US" dirty="0" err="1">
                <a:solidFill>
                  <a:srgbClr val="000000"/>
                </a:solidFill>
                <a:latin typeface="Consolas" panose="020B0609020204030204" pitchFamily="49" charset="0"/>
              </a:rPr>
              <a:t>gradeCounter</a:t>
            </a:r>
            <a:r>
              <a:rPr lang="en-US" altLang="en-US" dirty="0">
                <a:solidFill>
                  <a:srgbClr val="000000"/>
                </a:solidFill>
                <a:latin typeface="Cambria" panose="02040503050406030204" pitchFamily="18" charset="0"/>
              </a:rPr>
              <a:t>.</a:t>
            </a:r>
          </a:p>
          <a:p>
            <a:pPr lvl="1" eaLnBrk="1" hangingPunct="1"/>
            <a:r>
              <a:rPr lang="en-US" altLang="en-US" dirty="0">
                <a:solidFill>
                  <a:srgbClr val="000000"/>
                </a:solidFill>
                <a:latin typeface="Cambria" panose="02040503050406030204" pitchFamily="18" charset="0"/>
              </a:rPr>
              <a:t>The compiler knows how to evaluate only expressions in which the operand types of are </a:t>
            </a:r>
            <a:r>
              <a:rPr lang="en-US" altLang="en-US" i="1" dirty="0">
                <a:solidFill>
                  <a:srgbClr val="000000"/>
                </a:solidFill>
                <a:latin typeface="Cambria" panose="02040503050406030204" pitchFamily="18" charset="0"/>
              </a:rPr>
              <a:t>identical</a:t>
            </a:r>
            <a:r>
              <a:rPr lang="en-US" altLang="en-US" dirty="0">
                <a:solidFill>
                  <a:srgbClr val="000000"/>
                </a:solidFill>
                <a:latin typeface="Cambria" panose="02040503050406030204" pitchFamily="18" charset="0"/>
              </a:rPr>
              <a:t>.</a:t>
            </a:r>
          </a:p>
          <a:p>
            <a:pPr lvl="1" eaLnBrk="1" hangingPunct="1"/>
            <a:r>
              <a:rPr lang="en-US" altLang="en-US" dirty="0">
                <a:solidFill>
                  <a:srgbClr val="000000"/>
                </a:solidFill>
                <a:latin typeface="Cambria" panose="02040503050406030204" pitchFamily="18" charset="0"/>
              </a:rPr>
              <a:t>Compiler performs </a:t>
            </a:r>
            <a:r>
              <a:rPr lang="en-US" altLang="en-US" dirty="0">
                <a:solidFill>
                  <a:srgbClr val="0000FF"/>
                </a:solidFill>
                <a:latin typeface="Cambria" panose="02040503050406030204" pitchFamily="18" charset="0"/>
              </a:rPr>
              <a:t>promotion</a:t>
            </a:r>
            <a:r>
              <a:rPr lang="en-US" altLang="en-US" dirty="0">
                <a:solidFill>
                  <a:srgbClr val="000000"/>
                </a:solidFill>
                <a:latin typeface="Cambria" panose="02040503050406030204" pitchFamily="18" charset="0"/>
              </a:rPr>
              <a:t> (also called </a:t>
            </a:r>
            <a:r>
              <a:rPr lang="en-US" altLang="en-US" dirty="0">
                <a:solidFill>
                  <a:srgbClr val="0000FF"/>
                </a:solidFill>
                <a:latin typeface="Cambria" panose="02040503050406030204" pitchFamily="18" charset="0"/>
              </a:rPr>
              <a:t>implicit conversion</a:t>
            </a:r>
            <a:r>
              <a:rPr lang="en-US" altLang="en-US" dirty="0">
                <a:solidFill>
                  <a:srgbClr val="000000"/>
                </a:solidFill>
                <a:latin typeface="Cambria" panose="02040503050406030204" pitchFamily="18" charset="0"/>
              </a:rPr>
              <a:t>) on selected operands.</a:t>
            </a:r>
          </a:p>
          <a:p>
            <a:pPr lvl="1" eaLnBrk="1" hangingPunct="1"/>
            <a:r>
              <a:rPr lang="en-US" altLang="en-US" dirty="0">
                <a:solidFill>
                  <a:srgbClr val="000000"/>
                </a:solidFill>
                <a:latin typeface="Cambria" panose="02040503050406030204" pitchFamily="18" charset="0"/>
              </a:rPr>
              <a:t>In an expression containing values of data types </a:t>
            </a:r>
            <a:r>
              <a:rPr lang="en-US" altLang="en-US" dirty="0" err="1">
                <a:solidFill>
                  <a:srgbClr val="000000"/>
                </a:solidFill>
                <a:latin typeface="Consolas" panose="020B0609020204030204" pitchFamily="49" charset="0"/>
              </a:rPr>
              <a:t>int</a:t>
            </a:r>
            <a:r>
              <a:rPr lang="en-US" altLang="en-US" dirty="0">
                <a:solidFill>
                  <a:srgbClr val="000000"/>
                </a:solidFill>
                <a:latin typeface="Cambria" panose="02040503050406030204" pitchFamily="18" charset="0"/>
              </a:rPr>
              <a:t> and </a:t>
            </a:r>
            <a:r>
              <a:rPr lang="en-US" altLang="en-US" dirty="0">
                <a:solidFill>
                  <a:srgbClr val="000000"/>
                </a:solidFill>
                <a:latin typeface="Consolas" panose="020B0609020204030204" pitchFamily="49" charset="0"/>
              </a:rPr>
              <a:t>double</a:t>
            </a:r>
            <a:r>
              <a:rPr lang="en-US" altLang="en-US" dirty="0">
                <a:solidFill>
                  <a:srgbClr val="000000"/>
                </a:solidFill>
                <a:latin typeface="Cambria" panose="02040503050406030204" pitchFamily="18" charset="0"/>
              </a:rPr>
              <a:t>, C++ </a:t>
            </a:r>
            <a:r>
              <a:rPr lang="en-US" altLang="en-US" dirty="0">
                <a:solidFill>
                  <a:srgbClr val="0000FF"/>
                </a:solidFill>
                <a:latin typeface="Cambria" panose="02040503050406030204" pitchFamily="18" charset="0"/>
              </a:rPr>
              <a:t>promotes</a:t>
            </a:r>
            <a:r>
              <a:rPr lang="en-US" altLang="en-US" dirty="0">
                <a:solidFill>
                  <a:srgbClr val="000000"/>
                </a:solidFill>
                <a:latin typeface="Cambria" panose="02040503050406030204" pitchFamily="18" charset="0"/>
              </a:rPr>
              <a:t> </a:t>
            </a:r>
            <a:r>
              <a:rPr lang="en-US" altLang="en-US" dirty="0" err="1">
                <a:solidFill>
                  <a:srgbClr val="000000"/>
                </a:solidFill>
                <a:latin typeface="Consolas" panose="020B0609020204030204" pitchFamily="49" charset="0"/>
              </a:rPr>
              <a:t>int</a:t>
            </a:r>
            <a:r>
              <a:rPr lang="en-US" altLang="en-US" dirty="0">
                <a:solidFill>
                  <a:srgbClr val="000000"/>
                </a:solidFill>
                <a:latin typeface="Cambria" panose="02040503050406030204" pitchFamily="18" charset="0"/>
              </a:rPr>
              <a:t> operands to </a:t>
            </a:r>
            <a:r>
              <a:rPr lang="en-US" altLang="en-US" dirty="0">
                <a:solidFill>
                  <a:srgbClr val="000000"/>
                </a:solidFill>
                <a:latin typeface="Consolas" panose="020B0609020204030204" pitchFamily="49" charset="0"/>
              </a:rPr>
              <a:t>double</a:t>
            </a:r>
            <a:r>
              <a:rPr lang="en-US" altLang="en-US" dirty="0">
                <a:solidFill>
                  <a:srgbClr val="000000"/>
                </a:solidFill>
                <a:latin typeface="Cambria" panose="02040503050406030204" pitchFamily="18" charset="0"/>
              </a:rPr>
              <a:t> values.</a:t>
            </a:r>
          </a:p>
          <a:p>
            <a:pPr eaLnBrk="1" hangingPunct="1"/>
            <a:r>
              <a:rPr lang="en-US" altLang="en-US" dirty="0">
                <a:solidFill>
                  <a:srgbClr val="000000"/>
                </a:solidFill>
                <a:latin typeface="Cambria" panose="02040503050406030204" pitchFamily="18" charset="0"/>
              </a:rPr>
              <a:t>Cast operators are available for use with every data type and with class types as well.</a:t>
            </a:r>
          </a:p>
        </p:txBody>
      </p:sp>
      <p:sp>
        <p:nvSpPr>
          <p:cNvPr id="120836"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00B050"/>
                </a:solidFill>
                <a:latin typeface="Arial"/>
              </a:rPr>
              <a:t>4.10.5 Formatting Floating-Point Numbers</a:t>
            </a:r>
            <a:endParaRPr lang="en-US" dirty="0">
              <a:solidFill>
                <a:srgbClr val="3380E6"/>
              </a:solidFill>
              <a:latin typeface="Arial"/>
            </a:endParaRPr>
          </a:p>
        </p:txBody>
      </p:sp>
      <p:sp>
        <p:nvSpPr>
          <p:cNvPr id="119811" name="Text Placeholder 2"/>
          <p:cNvSpPr>
            <a:spLocks noGrp="1"/>
          </p:cNvSpPr>
          <p:nvPr>
            <p:ph type="body" idx="1"/>
          </p:nvPr>
        </p:nvSpPr>
        <p:spPr/>
        <p:txBody>
          <a:bodyPr/>
          <a:lstStyle/>
          <a:p>
            <a:pPr eaLnBrk="1" hangingPunct="1"/>
            <a:r>
              <a:rPr lang="en-US" altLang="en-US" dirty="0">
                <a:solidFill>
                  <a:srgbClr val="000000"/>
                </a:solidFill>
                <a:latin typeface="Cambria" panose="02040503050406030204" pitchFamily="18" charset="0"/>
              </a:rPr>
              <a:t>The call to </a:t>
            </a:r>
            <a:r>
              <a:rPr lang="en-US" altLang="en-US" dirty="0" err="1">
                <a:solidFill>
                  <a:srgbClr val="0000FF"/>
                </a:solidFill>
                <a:latin typeface="Consolas" panose="020B0609020204030204" pitchFamily="49" charset="0"/>
              </a:rPr>
              <a:t>setprecision</a:t>
            </a:r>
            <a:r>
              <a:rPr lang="en-US" altLang="en-US" dirty="0">
                <a:solidFill>
                  <a:srgbClr val="000000"/>
                </a:solidFill>
                <a:latin typeface="Cambria" panose="02040503050406030204" pitchFamily="18" charset="0"/>
              </a:rPr>
              <a:t> (with an argument of </a:t>
            </a:r>
            <a:r>
              <a:rPr lang="en-US" altLang="en-US" dirty="0">
                <a:solidFill>
                  <a:srgbClr val="000000"/>
                </a:solidFill>
                <a:latin typeface="Consolas" panose="020B0609020204030204" pitchFamily="49" charset="0"/>
              </a:rPr>
              <a:t>2</a:t>
            </a:r>
            <a:r>
              <a:rPr lang="en-US" altLang="en-US" dirty="0">
                <a:solidFill>
                  <a:srgbClr val="000000"/>
                </a:solidFill>
                <a:latin typeface="Cambria" panose="02040503050406030204" pitchFamily="18" charset="0"/>
              </a:rPr>
              <a:t>) indicates that </a:t>
            </a:r>
            <a:r>
              <a:rPr lang="en-US" altLang="en-US" dirty="0">
                <a:solidFill>
                  <a:srgbClr val="000000"/>
                </a:solidFill>
                <a:latin typeface="Consolas" panose="020B0609020204030204" pitchFamily="49" charset="0"/>
              </a:rPr>
              <a:t>double</a:t>
            </a:r>
            <a:r>
              <a:rPr lang="en-US" altLang="en-US" dirty="0">
                <a:solidFill>
                  <a:srgbClr val="000000"/>
                </a:solidFill>
                <a:latin typeface="Cambria" panose="02040503050406030204" pitchFamily="18" charset="0"/>
              </a:rPr>
              <a:t> values should be printed with </a:t>
            </a:r>
            <a:r>
              <a:rPr lang="en-US" altLang="en-US" i="1" dirty="0">
                <a:solidFill>
                  <a:srgbClr val="000000"/>
                </a:solidFill>
                <a:latin typeface="Cambria" panose="02040503050406030204" pitchFamily="18" charset="0"/>
              </a:rPr>
              <a:t>two</a:t>
            </a:r>
            <a:r>
              <a:rPr lang="en-US" altLang="en-US" dirty="0">
                <a:solidFill>
                  <a:srgbClr val="000000"/>
                </a:solidFill>
                <a:latin typeface="Cambria" panose="02040503050406030204" pitchFamily="18" charset="0"/>
              </a:rPr>
              <a:t> digits of </a:t>
            </a:r>
            <a:r>
              <a:rPr lang="en-US" altLang="en-US" dirty="0">
                <a:solidFill>
                  <a:srgbClr val="0000FF"/>
                </a:solidFill>
                <a:latin typeface="Cambria" panose="02040503050406030204" pitchFamily="18" charset="0"/>
              </a:rPr>
              <a:t>precision</a:t>
            </a:r>
            <a:r>
              <a:rPr lang="en-US" altLang="en-US" dirty="0">
                <a:solidFill>
                  <a:srgbClr val="000000"/>
                </a:solidFill>
                <a:latin typeface="Cambria" panose="02040503050406030204" pitchFamily="18" charset="0"/>
              </a:rPr>
              <a:t> to the right of the decimal point (e.g., 92.37).</a:t>
            </a:r>
          </a:p>
          <a:p>
            <a:pPr lvl="1" eaLnBrk="1" hangingPunct="1"/>
            <a:r>
              <a:rPr lang="en-US" altLang="en-US" dirty="0">
                <a:solidFill>
                  <a:srgbClr val="0000FF"/>
                </a:solidFill>
                <a:latin typeface="Cambria" panose="02040503050406030204" pitchFamily="18" charset="0"/>
              </a:rPr>
              <a:t>Parameterized stream manipulator</a:t>
            </a:r>
            <a:r>
              <a:rPr lang="en-US" altLang="en-US" dirty="0">
                <a:solidFill>
                  <a:srgbClr val="000000"/>
                </a:solidFill>
                <a:latin typeface="Cambria" panose="02040503050406030204" pitchFamily="18" charset="0"/>
              </a:rPr>
              <a:t> (argument in parentheses).</a:t>
            </a:r>
          </a:p>
          <a:p>
            <a:pPr lvl="1" eaLnBrk="1" hangingPunct="1"/>
            <a:r>
              <a:rPr lang="en-US" altLang="en-US" dirty="0">
                <a:solidFill>
                  <a:srgbClr val="000000"/>
                </a:solidFill>
                <a:latin typeface="Cambria" panose="02040503050406030204" pitchFamily="18" charset="0"/>
              </a:rPr>
              <a:t>Programs that use these must include the header </a:t>
            </a:r>
            <a:r>
              <a:rPr lang="en-US" altLang="en-US" dirty="0">
                <a:solidFill>
                  <a:srgbClr val="000000"/>
                </a:solidFill>
                <a:latin typeface="Consolas" panose="020B0609020204030204" pitchFamily="49" charset="0"/>
              </a:rPr>
              <a:t>&lt;</a:t>
            </a:r>
            <a:r>
              <a:rPr lang="en-US" altLang="en-US" dirty="0" err="1">
                <a:solidFill>
                  <a:srgbClr val="000000"/>
                </a:solidFill>
                <a:latin typeface="Consolas" panose="020B0609020204030204" pitchFamily="49" charset="0"/>
              </a:rPr>
              <a:t>iomanip</a:t>
            </a:r>
            <a:r>
              <a:rPr lang="en-US" altLang="en-US" dirty="0">
                <a:solidFill>
                  <a:srgbClr val="000000"/>
                </a:solidFill>
                <a:latin typeface="Consolas" panose="020B0609020204030204" pitchFamily="49" charset="0"/>
              </a:rPr>
              <a:t>&gt;</a:t>
            </a:r>
            <a:r>
              <a:rPr lang="en-US" altLang="en-US" dirty="0">
                <a:solidFill>
                  <a:srgbClr val="000000"/>
                </a:solidFill>
                <a:latin typeface="Cambria" panose="02040503050406030204" pitchFamily="18" charset="0"/>
              </a:rPr>
              <a:t>.</a:t>
            </a:r>
          </a:p>
          <a:p>
            <a:pPr eaLnBrk="1" hangingPunct="1"/>
            <a:r>
              <a:rPr lang="en-US" altLang="en-US" dirty="0" err="1">
                <a:solidFill>
                  <a:srgbClr val="000000"/>
                </a:solidFill>
                <a:latin typeface="Consolas" panose="020B0609020204030204" pitchFamily="49" charset="0"/>
              </a:rPr>
              <a:t>endl</a:t>
            </a:r>
            <a:r>
              <a:rPr lang="en-US" altLang="en-US" dirty="0">
                <a:solidFill>
                  <a:srgbClr val="000000"/>
                </a:solidFill>
                <a:latin typeface="Cambria" panose="02040503050406030204" pitchFamily="18" charset="0"/>
              </a:rPr>
              <a:t> is a </a:t>
            </a:r>
            <a:r>
              <a:rPr lang="en-US" altLang="en-US" dirty="0" err="1">
                <a:solidFill>
                  <a:srgbClr val="0000FF"/>
                </a:solidFill>
                <a:latin typeface="Cambria" panose="02040503050406030204" pitchFamily="18" charset="0"/>
              </a:rPr>
              <a:t>nonparameterized</a:t>
            </a:r>
            <a:r>
              <a:rPr lang="en-US" altLang="en-US" dirty="0">
                <a:solidFill>
                  <a:srgbClr val="0000FF"/>
                </a:solidFill>
                <a:latin typeface="Cambria" panose="02040503050406030204" pitchFamily="18" charset="0"/>
              </a:rPr>
              <a:t> stream manipulator</a:t>
            </a:r>
            <a:r>
              <a:rPr lang="en-US" altLang="en-US" dirty="0">
                <a:solidFill>
                  <a:srgbClr val="000000"/>
                </a:solidFill>
                <a:latin typeface="Cambria" panose="02040503050406030204" pitchFamily="18" charset="0"/>
              </a:rPr>
              <a:t> and does not require the </a:t>
            </a:r>
            <a:r>
              <a:rPr lang="en-US" altLang="en-US" dirty="0">
                <a:solidFill>
                  <a:srgbClr val="000000"/>
                </a:solidFill>
                <a:latin typeface="Consolas" panose="020B0609020204030204" pitchFamily="49" charset="0"/>
              </a:rPr>
              <a:t>&lt;</a:t>
            </a:r>
            <a:r>
              <a:rPr lang="en-US" altLang="en-US" dirty="0" err="1">
                <a:solidFill>
                  <a:srgbClr val="000000"/>
                </a:solidFill>
                <a:latin typeface="Consolas" panose="020B0609020204030204" pitchFamily="49" charset="0"/>
              </a:rPr>
              <a:t>iomanip</a:t>
            </a:r>
            <a:r>
              <a:rPr lang="en-US" altLang="en-US" dirty="0">
                <a:solidFill>
                  <a:srgbClr val="000000"/>
                </a:solidFill>
                <a:latin typeface="Consolas" panose="020B0609020204030204" pitchFamily="49" charset="0"/>
              </a:rPr>
              <a:t>&gt;</a:t>
            </a:r>
            <a:r>
              <a:rPr lang="en-US" altLang="en-US" dirty="0">
                <a:solidFill>
                  <a:srgbClr val="000000"/>
                </a:solidFill>
                <a:latin typeface="Cambria" panose="02040503050406030204" pitchFamily="18" charset="0"/>
              </a:rPr>
              <a:t> header file.</a:t>
            </a:r>
          </a:p>
          <a:p>
            <a:pPr eaLnBrk="1" hangingPunct="1"/>
            <a:r>
              <a:rPr lang="en-US" altLang="en-US" dirty="0">
                <a:solidFill>
                  <a:srgbClr val="000000"/>
                </a:solidFill>
                <a:latin typeface="Cambria" panose="02040503050406030204" pitchFamily="18" charset="0"/>
              </a:rPr>
              <a:t>If the precision is not specified, floating-point values are normally output with six digits of precision.</a:t>
            </a:r>
          </a:p>
        </p:txBody>
      </p:sp>
      <p:sp>
        <p:nvSpPr>
          <p:cNvPr id="122884"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00B050"/>
                </a:solidFill>
                <a:latin typeface="Arial"/>
              </a:rPr>
              <a:t>4.10.5 Formatting Floating-Point Numbers</a:t>
            </a:r>
            <a:endParaRPr lang="en-US" dirty="0">
              <a:solidFill>
                <a:srgbClr val="3380E6"/>
              </a:solidFill>
              <a:latin typeface="Arial"/>
            </a:endParaRPr>
          </a:p>
        </p:txBody>
      </p:sp>
      <p:sp>
        <p:nvSpPr>
          <p:cNvPr id="120835" name="Text Placeholder 2"/>
          <p:cNvSpPr>
            <a:spLocks noGrp="1"/>
          </p:cNvSpPr>
          <p:nvPr>
            <p:ph type="body" idx="1"/>
          </p:nvPr>
        </p:nvSpPr>
        <p:spPr/>
        <p:txBody>
          <a:bodyPr/>
          <a:lstStyle/>
          <a:p>
            <a:pPr eaLnBrk="1" hangingPunct="1"/>
            <a:r>
              <a:rPr lang="en-US" altLang="en-US" dirty="0">
                <a:solidFill>
                  <a:srgbClr val="000000"/>
                </a:solidFill>
                <a:latin typeface="Cambria" panose="02040503050406030204" pitchFamily="18" charset="0"/>
              </a:rPr>
              <a:t>Stream manipulator </a:t>
            </a:r>
            <a:r>
              <a:rPr lang="en-US" altLang="en-US" dirty="0">
                <a:solidFill>
                  <a:srgbClr val="0000FF"/>
                </a:solidFill>
                <a:latin typeface="Consolas" panose="020B0609020204030204" pitchFamily="49" charset="0"/>
              </a:rPr>
              <a:t>fixed</a:t>
            </a:r>
            <a:r>
              <a:rPr lang="en-US" altLang="en-US" dirty="0">
                <a:solidFill>
                  <a:srgbClr val="000000"/>
                </a:solidFill>
                <a:latin typeface="Cambria" panose="02040503050406030204" pitchFamily="18" charset="0"/>
              </a:rPr>
              <a:t> indicates that floating-point values should be output in </a:t>
            </a:r>
            <a:r>
              <a:rPr lang="en-US" altLang="en-US" dirty="0">
                <a:solidFill>
                  <a:srgbClr val="0000FF"/>
                </a:solidFill>
                <a:latin typeface="Cambria" panose="02040503050406030204" pitchFamily="18" charset="0"/>
              </a:rPr>
              <a:t>fixed-point format</a:t>
            </a:r>
            <a:r>
              <a:rPr lang="en-US" altLang="en-US" dirty="0">
                <a:solidFill>
                  <a:srgbClr val="000000"/>
                </a:solidFill>
                <a:latin typeface="Cambria" panose="02040503050406030204" pitchFamily="18" charset="0"/>
              </a:rPr>
              <a:t>, as opposed to </a:t>
            </a:r>
            <a:r>
              <a:rPr lang="en-US" altLang="en-US" dirty="0">
                <a:solidFill>
                  <a:srgbClr val="0000FF"/>
                </a:solidFill>
                <a:latin typeface="Cambria" panose="02040503050406030204" pitchFamily="18" charset="0"/>
              </a:rPr>
              <a:t>scientific notation</a:t>
            </a:r>
            <a:r>
              <a:rPr lang="en-US" altLang="en-US" dirty="0">
                <a:solidFill>
                  <a:srgbClr val="000000"/>
                </a:solidFill>
                <a:latin typeface="Cambria" panose="02040503050406030204" pitchFamily="18" charset="0"/>
              </a:rPr>
              <a:t>.</a:t>
            </a:r>
          </a:p>
          <a:p>
            <a:pPr eaLnBrk="1" hangingPunct="1"/>
            <a:r>
              <a:rPr lang="en-US" altLang="en-US" dirty="0">
                <a:solidFill>
                  <a:srgbClr val="000000"/>
                </a:solidFill>
                <a:latin typeface="Cambria" panose="02040503050406030204" pitchFamily="18" charset="0"/>
              </a:rPr>
              <a:t>Fixed-point formatting is used to force a floating-point number to display a specific number of digits.</a:t>
            </a:r>
          </a:p>
          <a:p>
            <a:pPr eaLnBrk="1" hangingPunct="1"/>
            <a:r>
              <a:rPr lang="en-US" altLang="en-US" dirty="0">
                <a:solidFill>
                  <a:srgbClr val="000000"/>
                </a:solidFill>
                <a:latin typeface="Cambria" panose="02040503050406030204" pitchFamily="18" charset="0"/>
              </a:rPr>
              <a:t>Specifying fixed-point formatting also forces the decimal point and trailing zeros to print, even if the value is a whole number amount, such as 88.00.</a:t>
            </a:r>
          </a:p>
          <a:p>
            <a:pPr lvl="1" eaLnBrk="1" hangingPunct="1"/>
            <a:r>
              <a:rPr lang="en-US" altLang="en-US" dirty="0">
                <a:solidFill>
                  <a:srgbClr val="000000"/>
                </a:solidFill>
                <a:latin typeface="Cambria" panose="02040503050406030204" pitchFamily="18" charset="0"/>
              </a:rPr>
              <a:t>Without the fixed-point formatting option, such a value prints in C++ as 88 without the trailing zeros and decimal point.</a:t>
            </a:r>
          </a:p>
        </p:txBody>
      </p:sp>
      <p:sp>
        <p:nvSpPr>
          <p:cNvPr id="123908"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00B050"/>
                </a:solidFill>
                <a:latin typeface="Arial"/>
              </a:rPr>
              <a:t>4.10.5 Formatting Floating-Point Numbers</a:t>
            </a:r>
            <a:endParaRPr lang="en-US" dirty="0">
              <a:solidFill>
                <a:srgbClr val="3380E6"/>
              </a:solidFill>
              <a:latin typeface="Arial"/>
            </a:endParaRPr>
          </a:p>
        </p:txBody>
      </p:sp>
      <p:sp>
        <p:nvSpPr>
          <p:cNvPr id="121859" name="Text Placeholder 2"/>
          <p:cNvSpPr>
            <a:spLocks noGrp="1"/>
          </p:cNvSpPr>
          <p:nvPr>
            <p:ph type="body" idx="1"/>
          </p:nvPr>
        </p:nvSpPr>
        <p:spPr/>
        <p:txBody>
          <a:bodyPr/>
          <a:lstStyle/>
          <a:p>
            <a:pPr eaLnBrk="1" hangingPunct="1">
              <a:lnSpc>
                <a:spcPct val="90000"/>
              </a:lnSpc>
            </a:pPr>
            <a:r>
              <a:rPr lang="en-US" altLang="en-US" dirty="0">
                <a:solidFill>
                  <a:srgbClr val="000000"/>
                </a:solidFill>
                <a:latin typeface="Cambria" panose="02040503050406030204" pitchFamily="18" charset="0"/>
              </a:rPr>
              <a:t>When the stream manipulators </a:t>
            </a:r>
            <a:r>
              <a:rPr lang="en-US" altLang="en-US" dirty="0">
                <a:solidFill>
                  <a:srgbClr val="000000"/>
                </a:solidFill>
                <a:latin typeface="Consolas" panose="020B0609020204030204" pitchFamily="49" charset="0"/>
              </a:rPr>
              <a:t>fixed</a:t>
            </a:r>
            <a:r>
              <a:rPr lang="en-US" altLang="en-US" dirty="0">
                <a:solidFill>
                  <a:srgbClr val="000000"/>
                </a:solidFill>
                <a:latin typeface="Cambria" panose="02040503050406030204" pitchFamily="18" charset="0"/>
              </a:rPr>
              <a:t> and </a:t>
            </a:r>
            <a:r>
              <a:rPr lang="en-US" altLang="en-US" dirty="0" err="1">
                <a:solidFill>
                  <a:srgbClr val="000000"/>
                </a:solidFill>
                <a:latin typeface="Consolas" panose="020B0609020204030204" pitchFamily="49" charset="0"/>
              </a:rPr>
              <a:t>setprecision</a:t>
            </a:r>
            <a:r>
              <a:rPr lang="en-US" altLang="en-US" dirty="0">
                <a:solidFill>
                  <a:srgbClr val="000000"/>
                </a:solidFill>
                <a:latin typeface="Cambria" panose="02040503050406030204" pitchFamily="18" charset="0"/>
              </a:rPr>
              <a:t> are used in a program, the printed value is </a:t>
            </a:r>
            <a:r>
              <a:rPr lang="en-US" altLang="en-US" dirty="0">
                <a:solidFill>
                  <a:srgbClr val="0000FF"/>
                </a:solidFill>
                <a:latin typeface="Cambria" panose="02040503050406030204" pitchFamily="18" charset="0"/>
              </a:rPr>
              <a:t>rounded</a:t>
            </a:r>
            <a:r>
              <a:rPr lang="en-US" altLang="en-US" dirty="0">
                <a:solidFill>
                  <a:srgbClr val="000000"/>
                </a:solidFill>
                <a:latin typeface="Cambria" panose="02040503050406030204" pitchFamily="18" charset="0"/>
              </a:rPr>
              <a:t> to the number of decimal positions indicated by the value passed to </a:t>
            </a:r>
            <a:r>
              <a:rPr lang="en-US" altLang="en-US" dirty="0" err="1">
                <a:solidFill>
                  <a:srgbClr val="000000"/>
                </a:solidFill>
                <a:latin typeface="Consolas" panose="020B0609020204030204" pitchFamily="49" charset="0"/>
              </a:rPr>
              <a:t>setprecision</a:t>
            </a:r>
            <a:r>
              <a:rPr lang="en-US" altLang="en-US" dirty="0">
                <a:solidFill>
                  <a:srgbClr val="000000"/>
                </a:solidFill>
                <a:latin typeface="Cambria" panose="02040503050406030204" pitchFamily="18" charset="0"/>
              </a:rPr>
              <a:t> (e.g., the value </a:t>
            </a:r>
            <a:r>
              <a:rPr lang="en-US" altLang="en-US" dirty="0">
                <a:solidFill>
                  <a:srgbClr val="000000"/>
                </a:solidFill>
                <a:latin typeface="Consolas" panose="020B0609020204030204" pitchFamily="49" charset="0"/>
              </a:rPr>
              <a:t>2</a:t>
            </a:r>
            <a:r>
              <a:rPr lang="en-US" altLang="en-US" dirty="0">
                <a:solidFill>
                  <a:srgbClr val="000000"/>
                </a:solidFill>
                <a:latin typeface="Cambria" panose="02040503050406030204" pitchFamily="18" charset="0"/>
              </a:rPr>
              <a:t>), although the value in memory re-mains unaltered.</a:t>
            </a:r>
          </a:p>
          <a:p>
            <a:pPr eaLnBrk="1" hangingPunct="1">
              <a:lnSpc>
                <a:spcPct val="90000"/>
              </a:lnSpc>
            </a:pPr>
            <a:r>
              <a:rPr lang="en-US" altLang="en-US" dirty="0">
                <a:solidFill>
                  <a:srgbClr val="000000"/>
                </a:solidFill>
                <a:latin typeface="Cambria" panose="02040503050406030204" pitchFamily="18" charset="0"/>
              </a:rPr>
              <a:t>It’s also possible to force a decimal point to appear by using stream manipulator </a:t>
            </a:r>
            <a:r>
              <a:rPr lang="en-US" altLang="en-US" dirty="0" err="1">
                <a:solidFill>
                  <a:srgbClr val="0000FF"/>
                </a:solidFill>
                <a:latin typeface="Consolas" panose="020B0609020204030204" pitchFamily="49" charset="0"/>
              </a:rPr>
              <a:t>showpoint</a:t>
            </a:r>
            <a:r>
              <a:rPr lang="en-US" altLang="en-US" dirty="0">
                <a:solidFill>
                  <a:srgbClr val="000000"/>
                </a:solidFill>
                <a:latin typeface="Cambria" panose="02040503050406030204" pitchFamily="18" charset="0"/>
              </a:rPr>
              <a:t>.</a:t>
            </a:r>
          </a:p>
          <a:p>
            <a:pPr lvl="1" eaLnBrk="1" hangingPunct="1">
              <a:lnSpc>
                <a:spcPct val="90000"/>
              </a:lnSpc>
            </a:pPr>
            <a:r>
              <a:rPr lang="en-US" altLang="en-US" dirty="0">
                <a:solidFill>
                  <a:srgbClr val="000000"/>
                </a:solidFill>
                <a:latin typeface="Cambria" panose="02040503050406030204" pitchFamily="18" charset="0"/>
              </a:rPr>
              <a:t>If </a:t>
            </a:r>
            <a:r>
              <a:rPr lang="en-US" altLang="en-US" dirty="0" err="1">
                <a:solidFill>
                  <a:srgbClr val="000000"/>
                </a:solidFill>
                <a:latin typeface="Consolas" panose="020B0609020204030204" pitchFamily="49" charset="0"/>
              </a:rPr>
              <a:t>showpoint</a:t>
            </a:r>
            <a:r>
              <a:rPr lang="en-US" altLang="en-US" dirty="0">
                <a:solidFill>
                  <a:srgbClr val="000000"/>
                </a:solidFill>
                <a:latin typeface="Cambria" panose="02040503050406030204" pitchFamily="18" charset="0"/>
              </a:rPr>
              <a:t> is specified without </a:t>
            </a:r>
            <a:r>
              <a:rPr lang="en-US" altLang="en-US" dirty="0">
                <a:solidFill>
                  <a:srgbClr val="000000"/>
                </a:solidFill>
                <a:latin typeface="Consolas" panose="020B0609020204030204" pitchFamily="49" charset="0"/>
              </a:rPr>
              <a:t>fixed</a:t>
            </a:r>
            <a:r>
              <a:rPr lang="en-US" altLang="en-US" dirty="0">
                <a:solidFill>
                  <a:srgbClr val="000000"/>
                </a:solidFill>
                <a:latin typeface="Cambria" panose="02040503050406030204" pitchFamily="18" charset="0"/>
              </a:rPr>
              <a:t>, then trailing zeros will not print.</a:t>
            </a:r>
          </a:p>
          <a:p>
            <a:pPr lvl="1" eaLnBrk="1" hangingPunct="1">
              <a:lnSpc>
                <a:spcPct val="90000"/>
              </a:lnSpc>
            </a:pPr>
            <a:r>
              <a:rPr lang="en-US" altLang="en-US" dirty="0">
                <a:solidFill>
                  <a:srgbClr val="000000"/>
                </a:solidFill>
                <a:latin typeface="Cambria" panose="02040503050406030204" pitchFamily="18" charset="0"/>
              </a:rPr>
              <a:t>Both can be found in header </a:t>
            </a:r>
            <a:r>
              <a:rPr lang="en-US" altLang="en-US" dirty="0">
                <a:solidFill>
                  <a:srgbClr val="000000"/>
                </a:solidFill>
                <a:latin typeface="Consolas" panose="020B0609020204030204" pitchFamily="49" charset="0"/>
              </a:rPr>
              <a:t>&lt;</a:t>
            </a:r>
            <a:r>
              <a:rPr lang="en-US" altLang="en-US" dirty="0" err="1">
                <a:solidFill>
                  <a:srgbClr val="000000"/>
                </a:solidFill>
                <a:latin typeface="Consolas" panose="020B0609020204030204" pitchFamily="49" charset="0"/>
              </a:rPr>
              <a:t>iostream</a:t>
            </a:r>
            <a:r>
              <a:rPr lang="en-US" altLang="en-US" dirty="0">
                <a:solidFill>
                  <a:srgbClr val="000000"/>
                </a:solidFill>
                <a:latin typeface="Consolas" panose="020B0609020204030204" pitchFamily="49" charset="0"/>
              </a:rPr>
              <a:t>&gt;</a:t>
            </a:r>
            <a:r>
              <a:rPr lang="en-US" altLang="en-US" dirty="0">
                <a:solidFill>
                  <a:srgbClr val="000000"/>
                </a:solidFill>
                <a:latin typeface="Cambria" panose="02040503050406030204" pitchFamily="18" charset="0"/>
              </a:rPr>
              <a:t>.</a:t>
            </a:r>
          </a:p>
        </p:txBody>
      </p:sp>
      <p:sp>
        <p:nvSpPr>
          <p:cNvPr id="124932"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a:solidFill>
                  <a:srgbClr val="00B050"/>
                </a:solidFill>
                <a:latin typeface="Arial"/>
              </a:rPr>
              <a:t>4.10.6 Unsigned Integers and User Input</a:t>
            </a:r>
            <a:endParaRPr lang="en-US" dirty="0">
              <a:solidFill>
                <a:srgbClr val="3380E6"/>
              </a:solidFill>
              <a:latin typeface="Arial"/>
            </a:endParaRPr>
          </a:p>
        </p:txBody>
      </p:sp>
      <p:sp>
        <p:nvSpPr>
          <p:cNvPr id="119811" name="Text Placeholder 2"/>
          <p:cNvSpPr>
            <a:spLocks noGrp="1"/>
          </p:cNvSpPr>
          <p:nvPr>
            <p:ph type="body" idx="1"/>
          </p:nvPr>
        </p:nvSpPr>
        <p:spPr/>
        <p:txBody>
          <a:bodyPr/>
          <a:lstStyle/>
          <a:p>
            <a:pPr eaLnBrk="1" hangingPunct="1">
              <a:lnSpc>
                <a:spcPct val="90000"/>
              </a:lnSpc>
              <a:defRPr/>
            </a:pPr>
            <a:r>
              <a:rPr lang="en-US" sz="2400" dirty="0">
                <a:solidFill>
                  <a:srgbClr val="000000"/>
                </a:solidFill>
                <a:latin typeface="Cambria" panose="02040503050406030204" pitchFamily="18" charset="0"/>
              </a:rPr>
              <a:t>Fig. 4.10 declared the variable </a:t>
            </a:r>
            <a:r>
              <a:rPr lang="en-US" sz="2400" dirty="0" err="1">
                <a:solidFill>
                  <a:srgbClr val="000000"/>
                </a:solidFill>
                <a:latin typeface="Consolas" panose="020B0609020204030204" pitchFamily="49" charset="0"/>
              </a:rPr>
              <a:t>gradeCounter</a:t>
            </a:r>
            <a:r>
              <a:rPr lang="en-US" sz="2400" dirty="0">
                <a:solidFill>
                  <a:srgbClr val="000000"/>
                </a:solidFill>
                <a:latin typeface="Cambria" panose="02040503050406030204" pitchFamily="18" charset="0"/>
              </a:rPr>
              <a:t> as an unsigned </a:t>
            </a:r>
            <a:r>
              <a:rPr lang="en-US" sz="2400" dirty="0" err="1">
                <a:solidFill>
                  <a:srgbClr val="000000"/>
                </a:solidFill>
                <a:latin typeface="Consolas" panose="020B0609020204030204" pitchFamily="49" charset="0"/>
              </a:rPr>
              <a:t>int</a:t>
            </a:r>
            <a:r>
              <a:rPr lang="en-US" sz="2400" dirty="0">
                <a:solidFill>
                  <a:srgbClr val="000000"/>
                </a:solidFill>
                <a:latin typeface="Cambria" panose="02040503050406030204" pitchFamily="18" charset="0"/>
              </a:rPr>
              <a:t> because it can assume only the values from 1 through 11 (11 terminates the loop), which are all non-negative values. </a:t>
            </a:r>
          </a:p>
          <a:p>
            <a:pPr eaLnBrk="1" hangingPunct="1">
              <a:lnSpc>
                <a:spcPct val="90000"/>
              </a:lnSpc>
            </a:pPr>
            <a:r>
              <a:rPr lang="en-US" sz="2400" dirty="0">
                <a:solidFill>
                  <a:srgbClr val="000000"/>
                </a:solidFill>
                <a:latin typeface="Cambria" panose="02040503050406030204" pitchFamily="18" charset="0"/>
              </a:rPr>
              <a:t>C</a:t>
            </a:r>
            <a:r>
              <a:rPr lang="en-US" altLang="en-US" sz="2400" dirty="0">
                <a:solidFill>
                  <a:srgbClr val="000000"/>
                </a:solidFill>
                <a:latin typeface="Cambria" panose="02040503050406030204" pitchFamily="18" charset="0"/>
              </a:rPr>
              <a:t>ould have also declared as </a:t>
            </a:r>
            <a:r>
              <a:rPr lang="en-US" altLang="en-US" sz="2400" dirty="0">
                <a:solidFill>
                  <a:srgbClr val="000000"/>
                </a:solidFill>
                <a:latin typeface="Consolas" panose="020B0609020204030204" pitchFamily="49" charset="0"/>
              </a:rPr>
              <a:t>unsigned </a:t>
            </a:r>
            <a:r>
              <a:rPr lang="en-US" altLang="en-US" sz="2400" dirty="0" err="1">
                <a:solidFill>
                  <a:srgbClr val="000000"/>
                </a:solidFill>
                <a:latin typeface="Consolas" panose="020B0609020204030204" pitchFamily="49" charset="0"/>
              </a:rPr>
              <a:t>int</a:t>
            </a:r>
            <a:r>
              <a:rPr lang="en-US" altLang="en-US" sz="2400" dirty="0">
                <a:solidFill>
                  <a:srgbClr val="000000"/>
                </a:solidFill>
                <a:latin typeface="Cambria" panose="02040503050406030204" pitchFamily="18" charset="0"/>
              </a:rPr>
              <a:t> the variables </a:t>
            </a:r>
            <a:r>
              <a:rPr lang="en-US" altLang="en-US" sz="2400" dirty="0">
                <a:solidFill>
                  <a:srgbClr val="000000"/>
                </a:solidFill>
                <a:latin typeface="Consolas" panose="020B0609020204030204" pitchFamily="49" charset="0"/>
              </a:rPr>
              <a:t>grade</a:t>
            </a:r>
            <a:r>
              <a:rPr lang="en-US" altLang="en-US" sz="2400" dirty="0">
                <a:solidFill>
                  <a:srgbClr val="000000"/>
                </a:solidFill>
                <a:latin typeface="Cambria" panose="02040503050406030204" pitchFamily="18" charset="0"/>
              </a:rPr>
              <a:t>, </a:t>
            </a:r>
            <a:r>
              <a:rPr lang="en-US" altLang="en-US" sz="2400" dirty="0">
                <a:solidFill>
                  <a:srgbClr val="000000"/>
                </a:solidFill>
                <a:latin typeface="Consolas" panose="020B0609020204030204" pitchFamily="49" charset="0"/>
              </a:rPr>
              <a:t>total</a:t>
            </a:r>
            <a:r>
              <a:rPr lang="en-US" altLang="en-US" sz="2400" dirty="0">
                <a:solidFill>
                  <a:srgbClr val="000000"/>
                </a:solidFill>
                <a:latin typeface="Cambria" panose="02040503050406030204" pitchFamily="18" charset="0"/>
              </a:rPr>
              <a:t> and </a:t>
            </a:r>
            <a:r>
              <a:rPr lang="en-US" altLang="en-US" sz="2400" dirty="0">
                <a:solidFill>
                  <a:srgbClr val="000000"/>
                </a:solidFill>
                <a:latin typeface="Consolas" panose="020B0609020204030204" pitchFamily="49" charset="0"/>
              </a:rPr>
              <a:t>average</a:t>
            </a:r>
            <a:r>
              <a:rPr lang="en-US" altLang="en-US" sz="2400" dirty="0">
                <a:solidFill>
                  <a:srgbClr val="000000"/>
                </a:solidFill>
                <a:latin typeface="Cambria" panose="02040503050406030204" pitchFamily="18" charset="0"/>
              </a:rPr>
              <a:t>. Grades are normally values from 0 to 100, so the </a:t>
            </a:r>
            <a:r>
              <a:rPr lang="en-US" altLang="en-US" sz="2400" dirty="0">
                <a:solidFill>
                  <a:srgbClr val="000000"/>
                </a:solidFill>
                <a:latin typeface="Consolas" panose="020B0609020204030204" pitchFamily="49" charset="0"/>
              </a:rPr>
              <a:t>total</a:t>
            </a:r>
            <a:r>
              <a:rPr lang="en-US" altLang="en-US" sz="2400" dirty="0">
                <a:solidFill>
                  <a:srgbClr val="000000"/>
                </a:solidFill>
                <a:latin typeface="Cambria" panose="02040503050406030204" pitchFamily="18" charset="0"/>
              </a:rPr>
              <a:t> and </a:t>
            </a:r>
            <a:r>
              <a:rPr lang="en-US" altLang="en-US" sz="2400" dirty="0">
                <a:solidFill>
                  <a:srgbClr val="000000"/>
                </a:solidFill>
                <a:latin typeface="Consolas" panose="020B0609020204030204" pitchFamily="49" charset="0"/>
              </a:rPr>
              <a:t>average</a:t>
            </a:r>
            <a:r>
              <a:rPr lang="en-US" altLang="en-US" sz="2400" dirty="0">
                <a:solidFill>
                  <a:srgbClr val="000000"/>
                </a:solidFill>
                <a:latin typeface="Cambria" panose="02040503050406030204" pitchFamily="18" charset="0"/>
              </a:rPr>
              <a:t> should each be greater than or equal to 0. </a:t>
            </a:r>
          </a:p>
          <a:p>
            <a:pPr eaLnBrk="1" hangingPunct="1">
              <a:lnSpc>
                <a:spcPct val="90000"/>
              </a:lnSpc>
            </a:pPr>
            <a:r>
              <a:rPr lang="en-US" altLang="en-US" sz="2400" dirty="0">
                <a:solidFill>
                  <a:srgbClr val="000000"/>
                </a:solidFill>
                <a:latin typeface="Cambria" panose="02040503050406030204" pitchFamily="18" charset="0"/>
              </a:rPr>
              <a:t>We declared those variables as </a:t>
            </a:r>
            <a:r>
              <a:rPr lang="en-US" altLang="en-US" sz="2400" dirty="0" err="1">
                <a:solidFill>
                  <a:srgbClr val="000000"/>
                </a:solidFill>
                <a:latin typeface="Consolas" panose="020B0609020204030204" pitchFamily="49" charset="0"/>
              </a:rPr>
              <a:t>int</a:t>
            </a:r>
            <a:r>
              <a:rPr lang="en-US" altLang="en-US" sz="2400" dirty="0" err="1">
                <a:solidFill>
                  <a:srgbClr val="000000"/>
                </a:solidFill>
                <a:latin typeface="Cambria" panose="02040503050406030204" pitchFamily="18" charset="0"/>
              </a:rPr>
              <a:t>s</a:t>
            </a:r>
            <a:r>
              <a:rPr lang="en-US" altLang="en-US" sz="2400" dirty="0">
                <a:solidFill>
                  <a:srgbClr val="000000"/>
                </a:solidFill>
                <a:latin typeface="Cambria" panose="02040503050406030204" pitchFamily="18" charset="0"/>
              </a:rPr>
              <a:t> because we can’t control what the user actually enters—the user could enter </a:t>
            </a:r>
            <a:r>
              <a:rPr lang="en-US" altLang="en-US" sz="2400" i="1" dirty="0">
                <a:solidFill>
                  <a:srgbClr val="000000"/>
                </a:solidFill>
                <a:latin typeface="Cambria" panose="02040503050406030204" pitchFamily="18" charset="0"/>
              </a:rPr>
              <a:t>negative</a:t>
            </a:r>
            <a:r>
              <a:rPr lang="en-US" altLang="en-US" sz="2400" dirty="0">
                <a:solidFill>
                  <a:srgbClr val="000000"/>
                </a:solidFill>
                <a:latin typeface="Cambria" panose="02040503050406030204" pitchFamily="18" charset="0"/>
              </a:rPr>
              <a:t> values. </a:t>
            </a:r>
          </a:p>
          <a:p>
            <a:pPr eaLnBrk="1" hangingPunct="1">
              <a:lnSpc>
                <a:spcPct val="90000"/>
              </a:lnSpc>
            </a:pPr>
            <a:r>
              <a:rPr lang="en-US" altLang="en-US" sz="2400" dirty="0">
                <a:solidFill>
                  <a:srgbClr val="000000"/>
                </a:solidFill>
                <a:latin typeface="Cambria" panose="02040503050406030204" pitchFamily="18" charset="0"/>
              </a:rPr>
              <a:t>Worse yet, the user could enter a value that’s not even a number. </a:t>
            </a:r>
          </a:p>
          <a:p>
            <a:pPr eaLnBrk="1" hangingPunct="1">
              <a:lnSpc>
                <a:spcPct val="90000"/>
              </a:lnSpc>
            </a:pPr>
            <a:endParaRPr lang="en-US" altLang="en-US" sz="2000" dirty="0">
              <a:solidFill>
                <a:srgbClr val="000000"/>
              </a:solidFill>
              <a:latin typeface="Cambria" panose="02040503050406030204" pitchFamily="18" charset="0"/>
            </a:endParaRPr>
          </a:p>
          <a:p>
            <a:pPr marL="109537" indent="0" eaLnBrk="1" hangingPunct="1">
              <a:lnSpc>
                <a:spcPct val="90000"/>
              </a:lnSpc>
              <a:buNone/>
              <a:defRPr/>
            </a:pPr>
            <a:endParaRPr lang="en-US" sz="2400" dirty="0">
              <a:solidFill>
                <a:srgbClr val="000000"/>
              </a:solidFill>
              <a:latin typeface="Cambria" panose="02040503050406030204" pitchFamily="18" charset="0"/>
            </a:endParaRPr>
          </a:p>
        </p:txBody>
      </p:sp>
      <p:sp>
        <p:nvSpPr>
          <p:cNvPr id="124932" name="Footer Placeholder 3"/>
          <p:cNvSpPr>
            <a:spLocks noGrp="1"/>
          </p:cNvSpPr>
          <p:nvPr>
            <p:ph type="ftr" sz="quarter" idx="11"/>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r>
              <a:rPr lang="en-US"/>
              <a:t>©1992-2017 by Pearson Education, Inc. All Rights Reserved.</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2.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3.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4.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docProps/app.xml><?xml version="1.0" encoding="utf-8"?>
<Properties xmlns="http://schemas.openxmlformats.org/officeDocument/2006/extended-properties" xmlns:vt="http://schemas.openxmlformats.org/officeDocument/2006/docPropsVTypes">
  <Template>DeitelPowerPointTemplate</Template>
  <TotalTime>865</TotalTime>
  <Words>3509</Words>
  <Application>Microsoft Office PowerPoint</Application>
  <PresentationFormat>On-screen Show (4:3)</PresentationFormat>
  <Paragraphs>541</Paragraphs>
  <Slides>69</Slides>
  <Notes>45</Notes>
  <HiddenSlides>0</HiddenSlides>
  <MMClips>0</MMClips>
  <ScaleCrop>false</ScaleCrop>
  <HeadingPairs>
    <vt:vector size="8" baseType="variant">
      <vt:variant>
        <vt:lpstr>Fonts Used</vt:lpstr>
      </vt:variant>
      <vt:variant>
        <vt:i4>20</vt:i4>
      </vt:variant>
      <vt:variant>
        <vt:lpstr>Theme</vt:lpstr>
      </vt:variant>
      <vt:variant>
        <vt:i4>1</vt:i4>
      </vt:variant>
      <vt:variant>
        <vt:lpstr>Embedded OLE Servers</vt:lpstr>
      </vt:variant>
      <vt:variant>
        <vt:i4>1</vt:i4>
      </vt:variant>
      <vt:variant>
        <vt:lpstr>Slide Titles</vt:lpstr>
      </vt:variant>
      <vt:variant>
        <vt:i4>69</vt:i4>
      </vt:variant>
    </vt:vector>
  </HeadingPairs>
  <TitlesOfParts>
    <vt:vector size="91" baseType="lpstr">
      <vt:lpstr>MS PGothic</vt:lpstr>
      <vt:lpstr>MS PGothic</vt:lpstr>
      <vt:lpstr>Angsana New</vt:lpstr>
      <vt:lpstr>Arial</vt:lpstr>
      <vt:lpstr>Arial Black</vt:lpstr>
      <vt:lpstr>Calibri</vt:lpstr>
      <vt:lpstr>Cambria</vt:lpstr>
      <vt:lpstr>Consolas</vt:lpstr>
      <vt:lpstr>Courier</vt:lpstr>
      <vt:lpstr>Courier New</vt:lpstr>
      <vt:lpstr>Forte</vt:lpstr>
      <vt:lpstr>Franklin Gothic Medium</vt:lpstr>
      <vt:lpstr>Lucida Console</vt:lpstr>
      <vt:lpstr>Lucida Sans Unicode</vt:lpstr>
      <vt:lpstr>Monotype Sorts</vt:lpstr>
      <vt:lpstr>Times New Roman</vt:lpstr>
      <vt:lpstr>Verdana</vt:lpstr>
      <vt:lpstr>Wingdings</vt:lpstr>
      <vt:lpstr>Wingdings 2</vt:lpstr>
      <vt:lpstr>Wingdings 3</vt:lpstr>
      <vt:lpstr>Concourse</vt:lpstr>
      <vt:lpstr>Picture</vt:lpstr>
      <vt:lpstr>Algorithm Development and Control Statements: Part 1</vt:lpstr>
      <vt:lpstr>4.1  Introduction</vt:lpstr>
      <vt:lpstr>4.2  Algorithms</vt:lpstr>
      <vt:lpstr>4.3  Pseudocode </vt:lpstr>
      <vt:lpstr>PowerPoint Presentation</vt:lpstr>
      <vt:lpstr>4.4  Control Structures</vt:lpstr>
      <vt:lpstr>4.4.1  Sequence Structure</vt:lpstr>
      <vt:lpstr>PowerPoint Presentation</vt:lpstr>
      <vt:lpstr>4.4.1  Sequence Structure</vt:lpstr>
      <vt:lpstr>4.4.2  Selection Statements</vt:lpstr>
      <vt:lpstr>4.4.2  Selection Statements</vt:lpstr>
      <vt:lpstr>PowerPoint Presentation</vt:lpstr>
      <vt:lpstr>Simple if Demo</vt:lpstr>
      <vt:lpstr>4.4.2  Selection Statements</vt:lpstr>
      <vt:lpstr>The Two-way if Statement</vt:lpstr>
      <vt:lpstr>PowerPoint Presentation</vt:lpstr>
      <vt:lpstr>4.4.2  Selection Statements</vt:lpstr>
      <vt:lpstr>Multiple Alternative if Statements</vt:lpstr>
      <vt:lpstr>Multi-Way if-else Statements</vt:lpstr>
      <vt:lpstr>Note</vt:lpstr>
      <vt:lpstr>Common Errors</vt:lpstr>
      <vt:lpstr>CAUTION</vt:lpstr>
      <vt:lpstr>Problem: Body Mass Index </vt:lpstr>
      <vt:lpstr>Problem: Computing Taxes</vt:lpstr>
      <vt:lpstr>Problem: Computing Taxes, cont.</vt:lpstr>
      <vt:lpstr>4.4.3  Iteration Statements</vt:lpstr>
      <vt:lpstr>4.4.3  Iteration Statements</vt:lpstr>
      <vt:lpstr>PowerPoint Presentation</vt:lpstr>
      <vt:lpstr>PowerPoint Presentation</vt:lpstr>
      <vt:lpstr>PowerPoint Presentation</vt:lpstr>
      <vt:lpstr>PowerPoint Presentation</vt:lpstr>
      <vt:lpstr>4.6.4  Conditional Operator (?:)</vt:lpstr>
      <vt:lpstr>PowerPoint Presentation</vt:lpstr>
      <vt:lpstr>PowerPoint Presentation</vt:lpstr>
      <vt:lpstr>Looping - Motivations</vt:lpstr>
      <vt:lpstr>Introducing while Loops</vt:lpstr>
      <vt:lpstr>while Loop Flow Chart</vt:lpstr>
      <vt:lpstr>Trace while Loop</vt:lpstr>
      <vt:lpstr>Trace while Loop, cont.</vt:lpstr>
      <vt:lpstr>Trace while Loop, cont.</vt:lpstr>
      <vt:lpstr>Trace while Loop, cont.</vt:lpstr>
      <vt:lpstr>Trace while Loop, cont.</vt:lpstr>
      <vt:lpstr>Trace while Loop, cont.</vt:lpstr>
      <vt:lpstr>Trace while Loop, cont.</vt:lpstr>
      <vt:lpstr>Trace while Loop, cont.</vt:lpstr>
      <vt:lpstr>Trace while Loop</vt:lpstr>
      <vt:lpstr>4.8  while Iteration Statement</vt:lpstr>
      <vt:lpstr>4.8  while Iteration Statement (cont.)</vt:lpstr>
      <vt:lpstr>PowerPoint Presentation</vt:lpstr>
      <vt:lpstr>How this partial code works?</vt:lpstr>
      <vt:lpstr>Count Controlled Example</vt:lpstr>
      <vt:lpstr>4.9  Formulating Algorithms: Counter-Controlled Iteration</vt:lpstr>
      <vt:lpstr>4.9.1  Pseudocode Algorithm with Counter Controlled Iteration</vt:lpstr>
      <vt:lpstr>4.9.2 Local variables</vt:lpstr>
      <vt:lpstr>4.9.3 Arithmetic Overflow</vt:lpstr>
      <vt:lpstr>4.9.4 Input Validation</vt:lpstr>
      <vt:lpstr>Ending a Loop with a Sentinel Value </vt:lpstr>
      <vt:lpstr>Sentinel Controlled Example</vt:lpstr>
      <vt:lpstr>Problem #2 – Display 3x2 stars </vt:lpstr>
      <vt:lpstr>Problem: Guessing Numbers </vt:lpstr>
      <vt:lpstr>4.10.3 Implementing Sentinel-Controlled Iteration</vt:lpstr>
      <vt:lpstr>4.10.4 Converting Between Fundamental Types Explicitly and Implicitly</vt:lpstr>
      <vt:lpstr>PowerPoint Presentation</vt:lpstr>
      <vt:lpstr>4.10.4 Converting Between Fundamental Types Explicitly and Implicitly</vt:lpstr>
      <vt:lpstr>4.10.4 Converting Between Fundamental Types Explicitly and Implicitly</vt:lpstr>
      <vt:lpstr>4.10.5 Formatting Floating-Point Numbers</vt:lpstr>
      <vt:lpstr>4.10.5 Formatting Floating-Point Numbers</vt:lpstr>
      <vt:lpstr>4.10.5 Formatting Floating-Point Numbers</vt:lpstr>
      <vt:lpstr>4.10.6 Unsigned Integers and User Input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Control Statements: Part 1</dc:title>
  <dc:creator>Windows User</dc:creator>
  <cp:lastModifiedBy>USER</cp:lastModifiedBy>
  <cp:revision>92</cp:revision>
  <dcterms:created xsi:type="dcterms:W3CDTF">2009-08-25T12:18:46Z</dcterms:created>
  <dcterms:modified xsi:type="dcterms:W3CDTF">2023-09-10T17:15:32Z</dcterms:modified>
</cp:coreProperties>
</file>